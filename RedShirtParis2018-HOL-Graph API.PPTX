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theme/theme4.xml" ContentType="application/vnd.openxmlformats-officedocument.theme+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475" r:id="rId4"/>
    <p:sldMasterId id="2147484495" r:id="rId5"/>
    <p:sldMasterId id="2147484519" r:id="rId6"/>
    <p:sldMasterId id="2147484547" r:id="rId7"/>
    <p:sldMasterId id="2147484565" r:id="rId8"/>
  </p:sldMasterIdLst>
  <p:notesMasterIdLst>
    <p:notesMasterId r:id="rId21"/>
  </p:notesMasterIdLst>
  <p:handoutMasterIdLst>
    <p:handoutMasterId r:id="rId22"/>
  </p:handoutMasterIdLst>
  <p:sldIdLst>
    <p:sldId id="1559" r:id="rId9"/>
    <p:sldId id="1560" r:id="rId10"/>
    <p:sldId id="1637" r:id="rId11"/>
    <p:sldId id="1649" r:id="rId12"/>
    <p:sldId id="1650" r:id="rId13"/>
    <p:sldId id="1590" r:id="rId14"/>
    <p:sldId id="1651" r:id="rId15"/>
    <p:sldId id="1653" r:id="rId16"/>
    <p:sldId id="1652" r:id="rId17"/>
    <p:sldId id="1586" r:id="rId18"/>
    <p:sldId id="1654" r:id="rId19"/>
    <p:sldId id="1648" r:id="rId2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251"/>
    <a:srgbClr val="0078D7"/>
    <a:srgbClr val="E6E6E6"/>
    <a:srgbClr val="FFFFFF"/>
    <a:srgbClr val="000000"/>
    <a:srgbClr val="FF8C00"/>
    <a:srgbClr val="D83B01"/>
    <a:srgbClr val="FFB900"/>
    <a:srgbClr val="107C10"/>
    <a:srgbClr val="3535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55" autoAdjust="0"/>
    <p:restoredTop sz="92095" autoAdjust="0"/>
  </p:normalViewPr>
  <p:slideViewPr>
    <p:cSldViewPr>
      <p:cViewPr varScale="1">
        <p:scale>
          <a:sx n="63" d="100"/>
          <a:sy n="63" d="100"/>
        </p:scale>
        <p:origin x="24" y="423"/>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howGuides="1">
      <p:cViewPr varScale="1">
        <p:scale>
          <a:sx n="60" d="100"/>
          <a:sy n="60" d="100"/>
        </p:scale>
        <p:origin x="3187" y="3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ébastien PAULET" userId="6b23f485-01ca-4aef-9a82-cbc20d7072f9" providerId="ADAL" clId="{0599B59D-D098-4D7E-849B-163A13AF3B85}"/>
    <pc:docChg chg="undo custSel addSld delSld modSld sldOrd modMainMaster delSection modSection">
      <pc:chgData name="Sébastien PAULET" userId="6b23f485-01ca-4aef-9a82-cbc20d7072f9" providerId="ADAL" clId="{0599B59D-D098-4D7E-849B-163A13AF3B85}" dt="2018-01-20T21:29:09.989" v="2068"/>
      <pc:docMkLst>
        <pc:docMk/>
      </pc:docMkLst>
      <pc:sldChg chg="del">
        <pc:chgData name="Sébastien PAULET" userId="6b23f485-01ca-4aef-9a82-cbc20d7072f9" providerId="ADAL" clId="{0599B59D-D098-4D7E-849B-163A13AF3B85}" dt="2018-01-20T18:40:40.649" v="27" actId="2696"/>
        <pc:sldMkLst>
          <pc:docMk/>
          <pc:sldMk cId="4151172388" sldId="1511"/>
        </pc:sldMkLst>
      </pc:sldChg>
      <pc:sldChg chg="del">
        <pc:chgData name="Sébastien PAULET" userId="6b23f485-01ca-4aef-9a82-cbc20d7072f9" providerId="ADAL" clId="{0599B59D-D098-4D7E-849B-163A13AF3B85}" dt="2018-01-20T18:41:04.788" v="66" actId="2696"/>
        <pc:sldMkLst>
          <pc:docMk/>
          <pc:sldMk cId="3250383161" sldId="1547"/>
        </pc:sldMkLst>
      </pc:sldChg>
      <pc:sldChg chg="addSp delSp modSp modTransition">
        <pc:chgData name="Sébastien PAULET" userId="6b23f485-01ca-4aef-9a82-cbc20d7072f9" providerId="ADAL" clId="{0599B59D-D098-4D7E-849B-163A13AF3B85}" dt="2018-01-20T19:18:37.516" v="402" actId="404"/>
        <pc:sldMkLst>
          <pc:docMk/>
          <pc:sldMk cId="1488436371" sldId="1559"/>
        </pc:sldMkLst>
        <pc:spChg chg="add mod">
          <ac:chgData name="Sébastien PAULET" userId="6b23f485-01ca-4aef-9a82-cbc20d7072f9" providerId="ADAL" clId="{0599B59D-D098-4D7E-849B-163A13AF3B85}" dt="2018-01-20T19:05:03.387" v="282" actId="1037"/>
          <ac:spMkLst>
            <pc:docMk/>
            <pc:sldMk cId="1488436371" sldId="1559"/>
            <ac:spMk id="8" creationId="{F043CC80-4165-440D-BF92-DAA98FEB8036}"/>
          </ac:spMkLst>
        </pc:spChg>
        <pc:spChg chg="add mod">
          <ac:chgData name="Sébastien PAULET" userId="6b23f485-01ca-4aef-9a82-cbc20d7072f9" providerId="ADAL" clId="{0599B59D-D098-4D7E-849B-163A13AF3B85}" dt="2018-01-20T19:18:37.516" v="402" actId="404"/>
          <ac:spMkLst>
            <pc:docMk/>
            <pc:sldMk cId="1488436371" sldId="1559"/>
            <ac:spMk id="9" creationId="{16C10522-EF4B-44CA-A5ED-AB4F0BFF399B}"/>
          </ac:spMkLst>
        </pc:spChg>
        <pc:spChg chg="add mod">
          <ac:chgData name="Sébastien PAULET" userId="6b23f485-01ca-4aef-9a82-cbc20d7072f9" providerId="ADAL" clId="{0599B59D-D098-4D7E-849B-163A13AF3B85}" dt="2018-01-20T19:18:32.998" v="401" actId="404"/>
          <ac:spMkLst>
            <pc:docMk/>
            <pc:sldMk cId="1488436371" sldId="1559"/>
            <ac:spMk id="10" creationId="{6BECAAF3-3E3F-491B-84B1-0D60EB578327}"/>
          </ac:spMkLst>
        </pc:spChg>
        <pc:spChg chg="add mod">
          <ac:chgData name="Sébastien PAULET" userId="6b23f485-01ca-4aef-9a82-cbc20d7072f9" providerId="ADAL" clId="{0599B59D-D098-4D7E-849B-163A13AF3B85}" dt="2018-01-20T19:18:29.109" v="400" actId="404"/>
          <ac:spMkLst>
            <pc:docMk/>
            <pc:sldMk cId="1488436371" sldId="1559"/>
            <ac:spMk id="11" creationId="{54A6A561-6F3A-4FE8-9B8A-C42C25144F7C}"/>
          </ac:spMkLst>
        </pc:spChg>
        <pc:spChg chg="add mod">
          <ac:chgData name="Sébastien PAULET" userId="6b23f485-01ca-4aef-9a82-cbc20d7072f9" providerId="ADAL" clId="{0599B59D-D098-4D7E-849B-163A13AF3B85}" dt="2018-01-20T19:18:26.342" v="399" actId="404"/>
          <ac:spMkLst>
            <pc:docMk/>
            <pc:sldMk cId="1488436371" sldId="1559"/>
            <ac:spMk id="12" creationId="{DC46A428-701F-4929-800C-4729FD97C9ED}"/>
          </ac:spMkLst>
        </pc:spChg>
        <pc:picChg chg="add del mod">
          <ac:chgData name="Sébastien PAULET" userId="6b23f485-01ca-4aef-9a82-cbc20d7072f9" providerId="ADAL" clId="{0599B59D-D098-4D7E-849B-163A13AF3B85}" dt="2018-01-20T18:43:48.175" v="88"/>
          <ac:picMkLst>
            <pc:docMk/>
            <pc:sldMk cId="1488436371" sldId="1559"/>
            <ac:picMk id="3" creationId="{22C220C2-EB13-4120-AF9F-83F23912D7DD}"/>
          </ac:picMkLst>
        </pc:picChg>
        <pc:picChg chg="add del">
          <ac:chgData name="Sébastien PAULET" userId="6b23f485-01ca-4aef-9a82-cbc20d7072f9" providerId="ADAL" clId="{0599B59D-D098-4D7E-849B-163A13AF3B85}" dt="2018-01-20T18:48:26" v="90"/>
          <ac:picMkLst>
            <pc:docMk/>
            <pc:sldMk cId="1488436371" sldId="1559"/>
            <ac:picMk id="5" creationId="{40DDAB51-69BE-4519-9412-10F60E299C6E}"/>
          </ac:picMkLst>
        </pc:picChg>
        <pc:picChg chg="add mod">
          <ac:chgData name="Sébastien PAULET" userId="6b23f485-01ca-4aef-9a82-cbc20d7072f9" providerId="ADAL" clId="{0599B59D-D098-4D7E-849B-163A13AF3B85}" dt="2018-01-20T18:53:12.940" v="118" actId="1076"/>
          <ac:picMkLst>
            <pc:docMk/>
            <pc:sldMk cId="1488436371" sldId="1559"/>
            <ac:picMk id="6" creationId="{D6A62E30-A3CF-4EDB-BFCD-559AD738007B}"/>
          </ac:picMkLst>
        </pc:picChg>
        <pc:picChg chg="add del mod">
          <ac:chgData name="Sébastien PAULET" userId="6b23f485-01ca-4aef-9a82-cbc20d7072f9" providerId="ADAL" clId="{0599B59D-D098-4D7E-849B-163A13AF3B85}" dt="2018-01-20T18:56:11.768" v="121" actId="478"/>
          <ac:picMkLst>
            <pc:docMk/>
            <pc:sldMk cId="1488436371" sldId="1559"/>
            <ac:picMk id="7" creationId="{BDB2A92C-7417-4351-A881-96987DF1A68B}"/>
          </ac:picMkLst>
        </pc:picChg>
      </pc:sldChg>
      <pc:sldChg chg="modSp">
        <pc:chgData name="Sébastien PAULET" userId="6b23f485-01ca-4aef-9a82-cbc20d7072f9" providerId="ADAL" clId="{0599B59D-D098-4D7E-849B-163A13AF3B85}" dt="2018-01-20T20:13:44.803" v="708" actId="12"/>
        <pc:sldMkLst>
          <pc:docMk/>
          <pc:sldMk cId="624800613" sldId="1560"/>
        </pc:sldMkLst>
        <pc:spChg chg="mod">
          <ac:chgData name="Sébastien PAULET" userId="6b23f485-01ca-4aef-9a82-cbc20d7072f9" providerId="ADAL" clId="{0599B59D-D098-4D7E-849B-163A13AF3B85}" dt="2018-01-20T19:18:59.682" v="416" actId="20577"/>
          <ac:spMkLst>
            <pc:docMk/>
            <pc:sldMk cId="624800613" sldId="1560"/>
            <ac:spMk id="3" creationId="{1C14ED28-E417-4E27-8878-298275C1D9C2}"/>
          </ac:spMkLst>
        </pc:spChg>
        <pc:spChg chg="mod">
          <ac:chgData name="Sébastien PAULET" userId="6b23f485-01ca-4aef-9a82-cbc20d7072f9" providerId="ADAL" clId="{0599B59D-D098-4D7E-849B-163A13AF3B85}" dt="2018-01-20T20:13:44.803" v="708" actId="12"/>
          <ac:spMkLst>
            <pc:docMk/>
            <pc:sldMk cId="624800613" sldId="1560"/>
            <ac:spMk id="4" creationId="{BC220B95-314D-4793-8D0E-7A3AB87CE2F3}"/>
          </ac:spMkLst>
        </pc:spChg>
      </pc:sldChg>
      <pc:sldChg chg="del">
        <pc:chgData name="Sébastien PAULET" userId="6b23f485-01ca-4aef-9a82-cbc20d7072f9" providerId="ADAL" clId="{0599B59D-D098-4D7E-849B-163A13AF3B85}" dt="2018-01-20T18:40:40.380" v="20" actId="2696"/>
        <pc:sldMkLst>
          <pc:docMk/>
          <pc:sldMk cId="1460557681" sldId="1566"/>
        </pc:sldMkLst>
      </pc:sldChg>
      <pc:sldChg chg="del">
        <pc:chgData name="Sébastien PAULET" userId="6b23f485-01ca-4aef-9a82-cbc20d7072f9" providerId="ADAL" clId="{0599B59D-D098-4D7E-849B-163A13AF3B85}" dt="2018-01-20T18:40:40.849" v="34" actId="2696"/>
        <pc:sldMkLst>
          <pc:docMk/>
          <pc:sldMk cId="2944212158" sldId="1573"/>
        </pc:sldMkLst>
      </pc:sldChg>
      <pc:sldChg chg="del">
        <pc:chgData name="Sébastien PAULET" userId="6b23f485-01ca-4aef-9a82-cbc20d7072f9" providerId="ADAL" clId="{0599B59D-D098-4D7E-849B-163A13AF3B85}" dt="2018-01-20T18:40:40.949" v="39" actId="2696"/>
        <pc:sldMkLst>
          <pc:docMk/>
          <pc:sldMk cId="2801647213" sldId="1575"/>
        </pc:sldMkLst>
      </pc:sldChg>
      <pc:sldChg chg="del">
        <pc:chgData name="Sébastien PAULET" userId="6b23f485-01ca-4aef-9a82-cbc20d7072f9" providerId="ADAL" clId="{0599B59D-D098-4D7E-849B-163A13AF3B85}" dt="2018-01-20T18:40:40.965" v="40" actId="2696"/>
        <pc:sldMkLst>
          <pc:docMk/>
          <pc:sldMk cId="2607310999" sldId="1578"/>
        </pc:sldMkLst>
      </pc:sldChg>
      <pc:sldChg chg="del">
        <pc:chgData name="Sébastien PAULET" userId="6b23f485-01ca-4aef-9a82-cbc20d7072f9" providerId="ADAL" clId="{0599B59D-D098-4D7E-849B-163A13AF3B85}" dt="2018-01-20T18:40:41.018" v="42" actId="2696"/>
        <pc:sldMkLst>
          <pc:docMk/>
          <pc:sldMk cId="4140299067" sldId="1579"/>
        </pc:sldMkLst>
      </pc:sldChg>
      <pc:sldChg chg="del">
        <pc:chgData name="Sébastien PAULET" userId="6b23f485-01ca-4aef-9a82-cbc20d7072f9" providerId="ADAL" clId="{0599B59D-D098-4D7E-849B-163A13AF3B85}" dt="2018-01-20T18:40:41.134" v="47" actId="2696"/>
        <pc:sldMkLst>
          <pc:docMk/>
          <pc:sldMk cId="783685206" sldId="1582"/>
        </pc:sldMkLst>
      </pc:sldChg>
      <pc:sldChg chg="modSp ord">
        <pc:chgData name="Sébastien PAULET" userId="6b23f485-01ca-4aef-9a82-cbc20d7072f9" providerId="ADAL" clId="{0599B59D-D098-4D7E-849B-163A13AF3B85}" dt="2018-01-20T21:16:14.492" v="1762" actId="20577"/>
        <pc:sldMkLst>
          <pc:docMk/>
          <pc:sldMk cId="1478745313" sldId="1586"/>
        </pc:sldMkLst>
        <pc:spChg chg="mod">
          <ac:chgData name="Sébastien PAULET" userId="6b23f485-01ca-4aef-9a82-cbc20d7072f9" providerId="ADAL" clId="{0599B59D-D098-4D7E-849B-163A13AF3B85}" dt="2018-01-20T21:16:14.492" v="1762" actId="20577"/>
          <ac:spMkLst>
            <pc:docMk/>
            <pc:sldMk cId="1478745313" sldId="1586"/>
            <ac:spMk id="4" creationId="{4520A48A-6589-4A8B-B5D6-74797FB5CC45}"/>
          </ac:spMkLst>
        </pc:spChg>
        <pc:spChg chg="mod">
          <ac:chgData name="Sébastien PAULET" userId="6b23f485-01ca-4aef-9a82-cbc20d7072f9" providerId="ADAL" clId="{0599B59D-D098-4D7E-849B-163A13AF3B85}" dt="2018-01-20T21:15:49.751" v="1743" actId="6549"/>
          <ac:spMkLst>
            <pc:docMk/>
            <pc:sldMk cId="1478745313" sldId="1586"/>
            <ac:spMk id="5" creationId="{E16CADC4-9230-4214-8D55-661F4C97EE42}"/>
          </ac:spMkLst>
        </pc:spChg>
      </pc:sldChg>
      <pc:sldChg chg="addSp modSp ord">
        <pc:chgData name="Sébastien PAULET" userId="6b23f485-01ca-4aef-9a82-cbc20d7072f9" providerId="ADAL" clId="{0599B59D-D098-4D7E-849B-163A13AF3B85}" dt="2018-01-20T20:46:17.315" v="1513" actId="20577"/>
        <pc:sldMkLst>
          <pc:docMk/>
          <pc:sldMk cId="1833780528" sldId="1590"/>
        </pc:sldMkLst>
        <pc:spChg chg="mod">
          <ac:chgData name="Sébastien PAULET" userId="6b23f485-01ca-4aef-9a82-cbc20d7072f9" providerId="ADAL" clId="{0599B59D-D098-4D7E-849B-163A13AF3B85}" dt="2018-01-20T20:13:15.209" v="706" actId="20577"/>
          <ac:spMkLst>
            <pc:docMk/>
            <pc:sldMk cId="1833780528" sldId="1590"/>
            <ac:spMk id="3" creationId="{00000000-0000-0000-0000-000000000000}"/>
          </ac:spMkLst>
        </pc:spChg>
        <pc:spChg chg="mod">
          <ac:chgData name="Sébastien PAULET" userId="6b23f485-01ca-4aef-9a82-cbc20d7072f9" providerId="ADAL" clId="{0599B59D-D098-4D7E-849B-163A13AF3B85}" dt="2018-01-20T20:46:17.315" v="1513" actId="20577"/>
          <ac:spMkLst>
            <pc:docMk/>
            <pc:sldMk cId="1833780528" sldId="1590"/>
            <ac:spMk id="5" creationId="{00000000-0000-0000-0000-000000000000}"/>
          </ac:spMkLst>
        </pc:spChg>
        <pc:picChg chg="add mod">
          <ac:chgData name="Sébastien PAULET" userId="6b23f485-01ca-4aef-9a82-cbc20d7072f9" providerId="ADAL" clId="{0599B59D-D098-4D7E-849B-163A13AF3B85}" dt="2018-01-20T20:18:33.721" v="910" actId="208"/>
          <ac:picMkLst>
            <pc:docMk/>
            <pc:sldMk cId="1833780528" sldId="1590"/>
            <ac:picMk id="2" creationId="{39B961CF-489B-409B-AD14-6ACDD1394F78}"/>
          </ac:picMkLst>
        </pc:picChg>
      </pc:sldChg>
      <pc:sldChg chg="del">
        <pc:chgData name="Sébastien PAULET" userId="6b23f485-01ca-4aef-9a82-cbc20d7072f9" providerId="ADAL" clId="{0599B59D-D098-4D7E-849B-163A13AF3B85}" dt="2018-01-20T18:41:47.547" v="82" actId="2696"/>
        <pc:sldMkLst>
          <pc:docMk/>
          <pc:sldMk cId="1273731674" sldId="1592"/>
        </pc:sldMkLst>
      </pc:sldChg>
      <pc:sldChg chg="del">
        <pc:chgData name="Sébastien PAULET" userId="6b23f485-01ca-4aef-9a82-cbc20d7072f9" providerId="ADAL" clId="{0599B59D-D098-4D7E-849B-163A13AF3B85}" dt="2018-01-20T18:40:40.433" v="21" actId="2696"/>
        <pc:sldMkLst>
          <pc:docMk/>
          <pc:sldMk cId="1535933058" sldId="1594"/>
        </pc:sldMkLst>
      </pc:sldChg>
      <pc:sldChg chg="del">
        <pc:chgData name="Sébastien PAULET" userId="6b23f485-01ca-4aef-9a82-cbc20d7072f9" providerId="ADAL" clId="{0599B59D-D098-4D7E-849B-163A13AF3B85}" dt="2018-01-20T18:40:40.480" v="22" actId="2696"/>
        <pc:sldMkLst>
          <pc:docMk/>
          <pc:sldMk cId="1641321226" sldId="1595"/>
        </pc:sldMkLst>
      </pc:sldChg>
      <pc:sldChg chg="del">
        <pc:chgData name="Sébastien PAULET" userId="6b23f485-01ca-4aef-9a82-cbc20d7072f9" providerId="ADAL" clId="{0599B59D-D098-4D7E-849B-163A13AF3B85}" dt="2018-01-20T18:40:40.517" v="23" actId="2696"/>
        <pc:sldMkLst>
          <pc:docMk/>
          <pc:sldMk cId="1164888366" sldId="1596"/>
        </pc:sldMkLst>
      </pc:sldChg>
      <pc:sldChg chg="del">
        <pc:chgData name="Sébastien PAULET" userId="6b23f485-01ca-4aef-9a82-cbc20d7072f9" providerId="ADAL" clId="{0599B59D-D098-4D7E-849B-163A13AF3B85}" dt="2018-01-20T18:40:40.618" v="25" actId="2696"/>
        <pc:sldMkLst>
          <pc:docMk/>
          <pc:sldMk cId="228669743" sldId="1598"/>
        </pc:sldMkLst>
      </pc:sldChg>
      <pc:sldChg chg="del">
        <pc:chgData name="Sébastien PAULET" userId="6b23f485-01ca-4aef-9a82-cbc20d7072f9" providerId="ADAL" clId="{0599B59D-D098-4D7E-849B-163A13AF3B85}" dt="2018-01-20T18:40:40.633" v="26" actId="2696"/>
        <pc:sldMkLst>
          <pc:docMk/>
          <pc:sldMk cId="1234179566" sldId="1599"/>
        </pc:sldMkLst>
      </pc:sldChg>
      <pc:sldChg chg="del">
        <pc:chgData name="Sébastien PAULET" userId="6b23f485-01ca-4aef-9a82-cbc20d7072f9" providerId="ADAL" clId="{0599B59D-D098-4D7E-849B-163A13AF3B85}" dt="2018-01-20T18:40:40.702" v="29" actId="2696"/>
        <pc:sldMkLst>
          <pc:docMk/>
          <pc:sldMk cId="2494907824" sldId="1600"/>
        </pc:sldMkLst>
      </pc:sldChg>
      <pc:sldChg chg="del">
        <pc:chgData name="Sébastien PAULET" userId="6b23f485-01ca-4aef-9a82-cbc20d7072f9" providerId="ADAL" clId="{0599B59D-D098-4D7E-849B-163A13AF3B85}" dt="2018-01-20T18:40:40.599" v="24" actId="2696"/>
        <pc:sldMkLst>
          <pc:docMk/>
          <pc:sldMk cId="3195122600" sldId="1601"/>
        </pc:sldMkLst>
      </pc:sldChg>
      <pc:sldChg chg="del">
        <pc:chgData name="Sébastien PAULET" userId="6b23f485-01ca-4aef-9a82-cbc20d7072f9" providerId="ADAL" clId="{0599B59D-D098-4D7E-849B-163A13AF3B85}" dt="2018-01-20T18:40:40.865" v="35" actId="2696"/>
        <pc:sldMkLst>
          <pc:docMk/>
          <pc:sldMk cId="2706886421" sldId="1603"/>
        </pc:sldMkLst>
      </pc:sldChg>
      <pc:sldChg chg="del">
        <pc:chgData name="Sébastien PAULET" userId="6b23f485-01ca-4aef-9a82-cbc20d7072f9" providerId="ADAL" clId="{0599B59D-D098-4D7E-849B-163A13AF3B85}" dt="2018-01-20T18:40:41.099" v="46" actId="2696"/>
        <pc:sldMkLst>
          <pc:docMk/>
          <pc:sldMk cId="734877017" sldId="1604"/>
        </pc:sldMkLst>
      </pc:sldChg>
      <pc:sldChg chg="del">
        <pc:chgData name="Sébastien PAULET" userId="6b23f485-01ca-4aef-9a82-cbc20d7072f9" providerId="ADAL" clId="{0599B59D-D098-4D7E-849B-163A13AF3B85}" dt="2018-01-20T18:40:41.165" v="48" actId="2696"/>
        <pc:sldMkLst>
          <pc:docMk/>
          <pc:sldMk cId="1640138653" sldId="1607"/>
        </pc:sldMkLst>
      </pc:sldChg>
      <pc:sldChg chg="del">
        <pc:chgData name="Sébastien PAULET" userId="6b23f485-01ca-4aef-9a82-cbc20d7072f9" providerId="ADAL" clId="{0599B59D-D098-4D7E-849B-163A13AF3B85}" dt="2018-01-20T18:40:40.881" v="36" actId="2696"/>
        <pc:sldMkLst>
          <pc:docMk/>
          <pc:sldMk cId="257417427" sldId="1608"/>
        </pc:sldMkLst>
      </pc:sldChg>
      <pc:sldChg chg="del">
        <pc:chgData name="Sébastien PAULET" userId="6b23f485-01ca-4aef-9a82-cbc20d7072f9" providerId="ADAL" clId="{0599B59D-D098-4D7E-849B-163A13AF3B85}" dt="2018-01-20T18:40:40.802" v="33" actId="2696"/>
        <pc:sldMkLst>
          <pc:docMk/>
          <pc:sldMk cId="143116791" sldId="1610"/>
        </pc:sldMkLst>
      </pc:sldChg>
      <pc:sldChg chg="del">
        <pc:chgData name="Sébastien PAULET" userId="6b23f485-01ca-4aef-9a82-cbc20d7072f9" providerId="ADAL" clId="{0599B59D-D098-4D7E-849B-163A13AF3B85}" dt="2018-01-20T18:40:40.902" v="37" actId="2696"/>
        <pc:sldMkLst>
          <pc:docMk/>
          <pc:sldMk cId="3953669654" sldId="1611"/>
        </pc:sldMkLst>
      </pc:sldChg>
      <pc:sldChg chg="del">
        <pc:chgData name="Sébastien PAULET" userId="6b23f485-01ca-4aef-9a82-cbc20d7072f9" providerId="ADAL" clId="{0599B59D-D098-4D7E-849B-163A13AF3B85}" dt="2018-01-20T18:40:40.680" v="28" actId="2696"/>
        <pc:sldMkLst>
          <pc:docMk/>
          <pc:sldMk cId="2072656328" sldId="1612"/>
        </pc:sldMkLst>
      </pc:sldChg>
      <pc:sldChg chg="del">
        <pc:chgData name="Sébastien PAULET" userId="6b23f485-01ca-4aef-9a82-cbc20d7072f9" providerId="ADAL" clId="{0599B59D-D098-4D7E-849B-163A13AF3B85}" dt="2018-01-20T18:40:41.233" v="50" actId="2696"/>
        <pc:sldMkLst>
          <pc:docMk/>
          <pc:sldMk cId="759292059" sldId="1613"/>
        </pc:sldMkLst>
      </pc:sldChg>
      <pc:sldChg chg="del">
        <pc:chgData name="Sébastien PAULET" userId="6b23f485-01ca-4aef-9a82-cbc20d7072f9" providerId="ADAL" clId="{0599B59D-D098-4D7E-849B-163A13AF3B85}" dt="2018-01-20T18:40:41.318" v="53" actId="2696"/>
        <pc:sldMkLst>
          <pc:docMk/>
          <pc:sldMk cId="722005840" sldId="1616"/>
        </pc:sldMkLst>
      </pc:sldChg>
      <pc:sldChg chg="del">
        <pc:chgData name="Sébastien PAULET" userId="6b23f485-01ca-4aef-9a82-cbc20d7072f9" providerId="ADAL" clId="{0599B59D-D098-4D7E-849B-163A13AF3B85}" dt="2018-01-20T18:40:41.365" v="55" actId="2696"/>
        <pc:sldMkLst>
          <pc:docMk/>
          <pc:sldMk cId="3076201154" sldId="1617"/>
        </pc:sldMkLst>
      </pc:sldChg>
      <pc:sldChg chg="del">
        <pc:chgData name="Sébastien PAULET" userId="6b23f485-01ca-4aef-9a82-cbc20d7072f9" providerId="ADAL" clId="{0599B59D-D098-4D7E-849B-163A13AF3B85}" dt="2018-01-20T18:40:41.334" v="54" actId="2696"/>
        <pc:sldMkLst>
          <pc:docMk/>
          <pc:sldMk cId="3193532764" sldId="1619"/>
        </pc:sldMkLst>
      </pc:sldChg>
      <pc:sldChg chg="del">
        <pc:chgData name="Sébastien PAULET" userId="6b23f485-01ca-4aef-9a82-cbc20d7072f9" providerId="ADAL" clId="{0599B59D-D098-4D7E-849B-163A13AF3B85}" dt="2018-01-20T18:40:41.381" v="56" actId="2696"/>
        <pc:sldMkLst>
          <pc:docMk/>
          <pc:sldMk cId="3146119879" sldId="1620"/>
        </pc:sldMkLst>
      </pc:sldChg>
      <pc:sldChg chg="del">
        <pc:chgData name="Sébastien PAULET" userId="6b23f485-01ca-4aef-9a82-cbc20d7072f9" providerId="ADAL" clId="{0599B59D-D098-4D7E-849B-163A13AF3B85}" dt="2018-01-20T18:40:41.403" v="57" actId="2696"/>
        <pc:sldMkLst>
          <pc:docMk/>
          <pc:sldMk cId="3701676243" sldId="1621"/>
        </pc:sldMkLst>
      </pc:sldChg>
      <pc:sldChg chg="del">
        <pc:chgData name="Sébastien PAULET" userId="6b23f485-01ca-4aef-9a82-cbc20d7072f9" providerId="ADAL" clId="{0599B59D-D098-4D7E-849B-163A13AF3B85}" dt="2018-01-20T18:40:41.419" v="58" actId="2696"/>
        <pc:sldMkLst>
          <pc:docMk/>
          <pc:sldMk cId="557350578" sldId="1622"/>
        </pc:sldMkLst>
      </pc:sldChg>
      <pc:sldChg chg="del">
        <pc:chgData name="Sébastien PAULET" userId="6b23f485-01ca-4aef-9a82-cbc20d7072f9" providerId="ADAL" clId="{0599B59D-D098-4D7E-849B-163A13AF3B85}" dt="2018-01-20T18:41:57.970" v="85" actId="2696"/>
        <pc:sldMkLst>
          <pc:docMk/>
          <pc:sldMk cId="2018346289" sldId="1624"/>
        </pc:sldMkLst>
      </pc:sldChg>
      <pc:sldChg chg="del ord">
        <pc:chgData name="Sébastien PAULET" userId="6b23f485-01ca-4aef-9a82-cbc20d7072f9" providerId="ADAL" clId="{0599B59D-D098-4D7E-849B-163A13AF3B85}" dt="2018-01-20T21:03:13.412" v="1638" actId="2696"/>
        <pc:sldMkLst>
          <pc:docMk/>
          <pc:sldMk cId="406355767" sldId="1625"/>
        </pc:sldMkLst>
      </pc:sldChg>
      <pc:sldChg chg="del">
        <pc:chgData name="Sébastien PAULET" userId="6b23f485-01ca-4aef-9a82-cbc20d7072f9" providerId="ADAL" clId="{0599B59D-D098-4D7E-849B-163A13AF3B85}" dt="2018-01-20T18:40:40.733" v="30" actId="2696"/>
        <pc:sldMkLst>
          <pc:docMk/>
          <pc:sldMk cId="633296107" sldId="1626"/>
        </pc:sldMkLst>
      </pc:sldChg>
      <pc:sldChg chg="del">
        <pc:chgData name="Sébastien PAULET" userId="6b23f485-01ca-4aef-9a82-cbc20d7072f9" providerId="ADAL" clId="{0599B59D-D098-4D7E-849B-163A13AF3B85}" dt="2018-01-20T18:40:40.764" v="31" actId="2696"/>
        <pc:sldMkLst>
          <pc:docMk/>
          <pc:sldMk cId="4235016699" sldId="1627"/>
        </pc:sldMkLst>
      </pc:sldChg>
      <pc:sldChg chg="del">
        <pc:chgData name="Sébastien PAULET" userId="6b23f485-01ca-4aef-9a82-cbc20d7072f9" providerId="ADAL" clId="{0599B59D-D098-4D7E-849B-163A13AF3B85}" dt="2018-01-20T18:40:40.800" v="32" actId="2696"/>
        <pc:sldMkLst>
          <pc:docMk/>
          <pc:sldMk cId="4093677059" sldId="1629"/>
        </pc:sldMkLst>
      </pc:sldChg>
      <pc:sldChg chg="del">
        <pc:chgData name="Sébastien PAULET" userId="6b23f485-01ca-4aef-9a82-cbc20d7072f9" providerId="ADAL" clId="{0599B59D-D098-4D7E-849B-163A13AF3B85}" dt="2018-01-20T18:40:41.249" v="51" actId="2696"/>
        <pc:sldMkLst>
          <pc:docMk/>
          <pc:sldMk cId="1896843556" sldId="1630"/>
        </pc:sldMkLst>
      </pc:sldChg>
      <pc:sldChg chg="del">
        <pc:chgData name="Sébastien PAULET" userId="6b23f485-01ca-4aef-9a82-cbc20d7072f9" providerId="ADAL" clId="{0599B59D-D098-4D7E-849B-163A13AF3B85}" dt="2018-01-20T18:40:41.002" v="41" actId="2696"/>
        <pc:sldMkLst>
          <pc:docMk/>
          <pc:sldMk cId="1971112459" sldId="1634"/>
        </pc:sldMkLst>
      </pc:sldChg>
      <pc:sldChg chg="addSp delSp modSp ord delAnim">
        <pc:chgData name="Sébastien PAULET" userId="6b23f485-01ca-4aef-9a82-cbc20d7072f9" providerId="ADAL" clId="{0599B59D-D098-4D7E-849B-163A13AF3B85}" dt="2018-01-20T20:15:23.997" v="716" actId="20577"/>
        <pc:sldMkLst>
          <pc:docMk/>
          <pc:sldMk cId="4254628516" sldId="1637"/>
        </pc:sldMkLst>
        <pc:spChg chg="mod">
          <ac:chgData name="Sébastien PAULET" userId="6b23f485-01ca-4aef-9a82-cbc20d7072f9" providerId="ADAL" clId="{0599B59D-D098-4D7E-849B-163A13AF3B85}" dt="2018-01-20T20:15:23.997" v="716" actId="20577"/>
          <ac:spMkLst>
            <pc:docMk/>
            <pc:sldMk cId="4254628516" sldId="1637"/>
            <ac:spMk id="8" creationId="{00000000-0000-0000-0000-000000000000}"/>
          </ac:spMkLst>
        </pc:spChg>
        <pc:grpChg chg="del">
          <ac:chgData name="Sébastien PAULET" userId="6b23f485-01ca-4aef-9a82-cbc20d7072f9" providerId="ADAL" clId="{0599B59D-D098-4D7E-849B-163A13AF3B85}" dt="2018-01-20T19:47:44.097" v="624" actId="478"/>
          <ac:grpSpMkLst>
            <pc:docMk/>
            <pc:sldMk cId="4254628516" sldId="1637"/>
            <ac:grpSpMk id="49" creationId="{1ACF03AC-EE24-4014-B839-F3B5046764B7}"/>
          </ac:grpSpMkLst>
        </pc:grpChg>
        <pc:grpChg chg="del">
          <ac:chgData name="Sébastien PAULET" userId="6b23f485-01ca-4aef-9a82-cbc20d7072f9" providerId="ADAL" clId="{0599B59D-D098-4D7E-849B-163A13AF3B85}" dt="2018-01-20T19:47:44.097" v="624" actId="478"/>
          <ac:grpSpMkLst>
            <pc:docMk/>
            <pc:sldMk cId="4254628516" sldId="1637"/>
            <ac:grpSpMk id="51" creationId="{CF55B32D-9CB3-4EE9-817D-689E97DA08B2}"/>
          </ac:grpSpMkLst>
        </pc:grpChg>
        <pc:grpChg chg="del">
          <ac:chgData name="Sébastien PAULET" userId="6b23f485-01ca-4aef-9a82-cbc20d7072f9" providerId="ADAL" clId="{0599B59D-D098-4D7E-849B-163A13AF3B85}" dt="2018-01-20T19:47:36.851" v="623" actId="478"/>
          <ac:grpSpMkLst>
            <pc:docMk/>
            <pc:sldMk cId="4254628516" sldId="1637"/>
            <ac:grpSpMk id="52" creationId="{C63467CA-4492-426F-96CA-EA3BD4F19CE5}"/>
          </ac:grpSpMkLst>
        </pc:grpChg>
        <pc:grpChg chg="del">
          <ac:chgData name="Sébastien PAULET" userId="6b23f485-01ca-4aef-9a82-cbc20d7072f9" providerId="ADAL" clId="{0599B59D-D098-4D7E-849B-163A13AF3B85}" dt="2018-01-20T19:47:44.097" v="624" actId="478"/>
          <ac:grpSpMkLst>
            <pc:docMk/>
            <pc:sldMk cId="4254628516" sldId="1637"/>
            <ac:grpSpMk id="53" creationId="{61B3BD6F-30C5-42A4-ACA3-428F1D62350F}"/>
          </ac:grpSpMkLst>
        </pc:grpChg>
        <pc:picChg chg="del">
          <ac:chgData name="Sébastien PAULET" userId="6b23f485-01ca-4aef-9a82-cbc20d7072f9" providerId="ADAL" clId="{0599B59D-D098-4D7E-849B-163A13AF3B85}" dt="2018-01-20T19:47:44.097" v="624" actId="478"/>
          <ac:picMkLst>
            <pc:docMk/>
            <pc:sldMk cId="4254628516" sldId="1637"/>
            <ac:picMk id="14" creationId="{00000000-0000-0000-0000-000000000000}"/>
          </ac:picMkLst>
        </pc:picChg>
        <pc:picChg chg="del">
          <ac:chgData name="Sébastien PAULET" userId="6b23f485-01ca-4aef-9a82-cbc20d7072f9" providerId="ADAL" clId="{0599B59D-D098-4D7E-849B-163A13AF3B85}" dt="2018-01-20T19:47:44.097" v="624" actId="478"/>
          <ac:picMkLst>
            <pc:docMk/>
            <pc:sldMk cId="4254628516" sldId="1637"/>
            <ac:picMk id="15" creationId="{00000000-0000-0000-0000-000000000000}"/>
          </ac:picMkLst>
        </pc:picChg>
        <pc:picChg chg="add mod">
          <ac:chgData name="Sébastien PAULET" userId="6b23f485-01ca-4aef-9a82-cbc20d7072f9" providerId="ADAL" clId="{0599B59D-D098-4D7E-849B-163A13AF3B85}" dt="2018-01-20T19:47:59.362" v="632" actId="1076"/>
          <ac:picMkLst>
            <pc:docMk/>
            <pc:sldMk cId="4254628516" sldId="1637"/>
            <ac:picMk id="19" creationId="{33E1E896-24F0-461F-96F3-8CF466693DB1}"/>
          </ac:picMkLst>
        </pc:picChg>
        <pc:picChg chg="del">
          <ac:chgData name="Sébastien PAULET" userId="6b23f485-01ca-4aef-9a82-cbc20d7072f9" providerId="ADAL" clId="{0599B59D-D098-4D7E-849B-163A13AF3B85}" dt="2018-01-20T19:47:44.097" v="624" actId="478"/>
          <ac:picMkLst>
            <pc:docMk/>
            <pc:sldMk cId="4254628516" sldId="1637"/>
            <ac:picMk id="24" creationId="{00000000-0000-0000-0000-000000000000}"/>
          </ac:picMkLst>
        </pc:picChg>
        <pc:picChg chg="del">
          <ac:chgData name="Sébastien PAULET" userId="6b23f485-01ca-4aef-9a82-cbc20d7072f9" providerId="ADAL" clId="{0599B59D-D098-4D7E-849B-163A13AF3B85}" dt="2018-01-20T19:47:44.097" v="624" actId="478"/>
          <ac:picMkLst>
            <pc:docMk/>
            <pc:sldMk cId="4254628516" sldId="1637"/>
            <ac:picMk id="26" creationId="{00000000-0000-0000-0000-000000000000}"/>
          </ac:picMkLst>
        </pc:picChg>
        <pc:picChg chg="del">
          <ac:chgData name="Sébastien PAULET" userId="6b23f485-01ca-4aef-9a82-cbc20d7072f9" providerId="ADAL" clId="{0599B59D-D098-4D7E-849B-163A13AF3B85}" dt="2018-01-20T19:47:44.097" v="624" actId="478"/>
          <ac:picMkLst>
            <pc:docMk/>
            <pc:sldMk cId="4254628516" sldId="1637"/>
            <ac:picMk id="27" creationId="{00000000-0000-0000-0000-000000000000}"/>
          </ac:picMkLst>
        </pc:picChg>
        <pc:cxnChg chg="del">
          <ac:chgData name="Sébastien PAULET" userId="6b23f485-01ca-4aef-9a82-cbc20d7072f9" providerId="ADAL" clId="{0599B59D-D098-4D7E-849B-163A13AF3B85}" dt="2018-01-20T19:47:44.097" v="624" actId="478"/>
          <ac:cxnSpMkLst>
            <pc:docMk/>
            <pc:sldMk cId="4254628516" sldId="1637"/>
            <ac:cxnSpMk id="17" creationId="{00000000-0000-0000-0000-000000000000}"/>
          </ac:cxnSpMkLst>
        </pc:cxnChg>
        <pc:cxnChg chg="del">
          <ac:chgData name="Sébastien PAULET" userId="6b23f485-01ca-4aef-9a82-cbc20d7072f9" providerId="ADAL" clId="{0599B59D-D098-4D7E-849B-163A13AF3B85}" dt="2018-01-20T19:47:44.097" v="624" actId="478"/>
          <ac:cxnSpMkLst>
            <pc:docMk/>
            <pc:sldMk cId="4254628516" sldId="1637"/>
            <ac:cxnSpMk id="30" creationId="{00000000-0000-0000-0000-000000000000}"/>
          </ac:cxnSpMkLst>
        </pc:cxnChg>
        <pc:cxnChg chg="del">
          <ac:chgData name="Sébastien PAULET" userId="6b23f485-01ca-4aef-9a82-cbc20d7072f9" providerId="ADAL" clId="{0599B59D-D098-4D7E-849B-163A13AF3B85}" dt="2018-01-20T19:47:44.097" v="624" actId="478"/>
          <ac:cxnSpMkLst>
            <pc:docMk/>
            <pc:sldMk cId="4254628516" sldId="1637"/>
            <ac:cxnSpMk id="35" creationId="{00000000-0000-0000-0000-000000000000}"/>
          </ac:cxnSpMkLst>
        </pc:cxnChg>
        <pc:cxnChg chg="del">
          <ac:chgData name="Sébastien PAULET" userId="6b23f485-01ca-4aef-9a82-cbc20d7072f9" providerId="ADAL" clId="{0599B59D-D098-4D7E-849B-163A13AF3B85}" dt="2018-01-20T19:47:44.097" v="624" actId="478"/>
          <ac:cxnSpMkLst>
            <pc:docMk/>
            <pc:sldMk cId="4254628516" sldId="1637"/>
            <ac:cxnSpMk id="36" creationId="{00000000-0000-0000-0000-000000000000}"/>
          </ac:cxnSpMkLst>
        </pc:cxnChg>
        <pc:cxnChg chg="del">
          <ac:chgData name="Sébastien PAULET" userId="6b23f485-01ca-4aef-9a82-cbc20d7072f9" providerId="ADAL" clId="{0599B59D-D098-4D7E-849B-163A13AF3B85}" dt="2018-01-20T19:47:44.097" v="624" actId="478"/>
          <ac:cxnSpMkLst>
            <pc:docMk/>
            <pc:sldMk cId="4254628516" sldId="1637"/>
            <ac:cxnSpMk id="37" creationId="{00000000-0000-0000-0000-000000000000}"/>
          </ac:cxnSpMkLst>
        </pc:cxnChg>
        <pc:cxnChg chg="del">
          <ac:chgData name="Sébastien PAULET" userId="6b23f485-01ca-4aef-9a82-cbc20d7072f9" providerId="ADAL" clId="{0599B59D-D098-4D7E-849B-163A13AF3B85}" dt="2018-01-20T19:47:44.097" v="624" actId="478"/>
          <ac:cxnSpMkLst>
            <pc:docMk/>
            <pc:sldMk cId="4254628516" sldId="1637"/>
            <ac:cxnSpMk id="38" creationId="{00000000-0000-0000-0000-000000000000}"/>
          </ac:cxnSpMkLst>
        </pc:cxnChg>
        <pc:cxnChg chg="del">
          <ac:chgData name="Sébastien PAULET" userId="6b23f485-01ca-4aef-9a82-cbc20d7072f9" providerId="ADAL" clId="{0599B59D-D098-4D7E-849B-163A13AF3B85}" dt="2018-01-20T19:47:44.097" v="624" actId="478"/>
          <ac:cxnSpMkLst>
            <pc:docMk/>
            <pc:sldMk cId="4254628516" sldId="1637"/>
            <ac:cxnSpMk id="43" creationId="{00000000-0000-0000-0000-000000000000}"/>
          </ac:cxnSpMkLst>
        </pc:cxnChg>
      </pc:sldChg>
      <pc:sldChg chg="del">
        <pc:chgData name="Sébastien PAULET" userId="6b23f485-01ca-4aef-9a82-cbc20d7072f9" providerId="ADAL" clId="{0599B59D-D098-4D7E-849B-163A13AF3B85}" dt="2018-01-20T18:40:41.218" v="49" actId="2696"/>
        <pc:sldMkLst>
          <pc:docMk/>
          <pc:sldMk cId="2657383869" sldId="1638"/>
        </pc:sldMkLst>
      </pc:sldChg>
      <pc:sldChg chg="del">
        <pc:chgData name="Sébastien PAULET" userId="6b23f485-01ca-4aef-9a82-cbc20d7072f9" providerId="ADAL" clId="{0599B59D-D098-4D7E-849B-163A13AF3B85}" dt="2018-01-20T18:40:41.034" v="43" actId="2696"/>
        <pc:sldMkLst>
          <pc:docMk/>
          <pc:sldMk cId="1986383341" sldId="1640"/>
        </pc:sldMkLst>
      </pc:sldChg>
      <pc:sldChg chg="del">
        <pc:chgData name="Sébastien PAULET" userId="6b23f485-01ca-4aef-9a82-cbc20d7072f9" providerId="ADAL" clId="{0599B59D-D098-4D7E-849B-163A13AF3B85}" dt="2018-01-20T21:03:10.612" v="1637" actId="2696"/>
        <pc:sldMkLst>
          <pc:docMk/>
          <pc:sldMk cId="2412992221" sldId="1641"/>
        </pc:sldMkLst>
      </pc:sldChg>
      <pc:sldChg chg="del">
        <pc:chgData name="Sébastien PAULET" userId="6b23f485-01ca-4aef-9a82-cbc20d7072f9" providerId="ADAL" clId="{0599B59D-D098-4D7E-849B-163A13AF3B85}" dt="2018-01-20T18:41:52.396" v="83" actId="2696"/>
        <pc:sldMkLst>
          <pc:docMk/>
          <pc:sldMk cId="1755547651" sldId="1642"/>
        </pc:sldMkLst>
      </pc:sldChg>
      <pc:sldChg chg="del">
        <pc:chgData name="Sébastien PAULET" userId="6b23f485-01ca-4aef-9a82-cbc20d7072f9" providerId="ADAL" clId="{0599B59D-D098-4D7E-849B-163A13AF3B85}" dt="2018-01-20T18:40:41.280" v="52" actId="2696"/>
        <pc:sldMkLst>
          <pc:docMk/>
          <pc:sldMk cId="3095929998" sldId="1643"/>
        </pc:sldMkLst>
      </pc:sldChg>
      <pc:sldChg chg="del">
        <pc:chgData name="Sébastien PAULET" userId="6b23f485-01ca-4aef-9a82-cbc20d7072f9" providerId="ADAL" clId="{0599B59D-D098-4D7E-849B-163A13AF3B85}" dt="2018-01-20T18:40:40.918" v="38" actId="2696"/>
        <pc:sldMkLst>
          <pc:docMk/>
          <pc:sldMk cId="42168645" sldId="1644"/>
        </pc:sldMkLst>
      </pc:sldChg>
      <pc:sldChg chg="del">
        <pc:chgData name="Sébastien PAULET" userId="6b23f485-01ca-4aef-9a82-cbc20d7072f9" providerId="ADAL" clId="{0599B59D-D098-4D7E-849B-163A13AF3B85}" dt="2018-01-20T18:40:41.049" v="44" actId="2696"/>
        <pc:sldMkLst>
          <pc:docMk/>
          <pc:sldMk cId="878808107" sldId="1645"/>
        </pc:sldMkLst>
      </pc:sldChg>
      <pc:sldChg chg="del">
        <pc:chgData name="Sébastien PAULET" userId="6b23f485-01ca-4aef-9a82-cbc20d7072f9" providerId="ADAL" clId="{0599B59D-D098-4D7E-849B-163A13AF3B85}" dt="2018-01-20T18:40:41.080" v="45" actId="2696"/>
        <pc:sldMkLst>
          <pc:docMk/>
          <pc:sldMk cId="1154044862" sldId="1646"/>
        </pc:sldMkLst>
      </pc:sldChg>
      <pc:sldChg chg="modSp addAnim delAnim">
        <pc:chgData name="Sébastien PAULET" userId="6b23f485-01ca-4aef-9a82-cbc20d7072f9" providerId="ADAL" clId="{0599B59D-D098-4D7E-849B-163A13AF3B85}" dt="2018-01-20T21:29:09.989" v="2068"/>
        <pc:sldMkLst>
          <pc:docMk/>
          <pc:sldMk cId="1150990250" sldId="1648"/>
        </pc:sldMkLst>
        <pc:spChg chg="mod">
          <ac:chgData name="Sébastien PAULET" userId="6b23f485-01ca-4aef-9a82-cbc20d7072f9" providerId="ADAL" clId="{0599B59D-D098-4D7E-849B-163A13AF3B85}" dt="2018-01-20T18:41:39.057" v="81" actId="6549"/>
          <ac:spMkLst>
            <pc:docMk/>
            <pc:sldMk cId="1150990250" sldId="1648"/>
            <ac:spMk id="3" creationId="{00000000-0000-0000-0000-000000000000}"/>
          </ac:spMkLst>
        </pc:spChg>
        <pc:spChg chg="mod">
          <ac:chgData name="Sébastien PAULET" userId="6b23f485-01ca-4aef-9a82-cbc20d7072f9" providerId="ADAL" clId="{0599B59D-D098-4D7E-849B-163A13AF3B85}" dt="2018-01-20T21:29:09.989" v="2068"/>
          <ac:spMkLst>
            <pc:docMk/>
            <pc:sldMk cId="1150990250" sldId="1648"/>
            <ac:spMk id="5" creationId="{47D9725B-698E-47E3-B931-CB100214DE36}"/>
          </ac:spMkLst>
        </pc:spChg>
        <pc:spChg chg="mod">
          <ac:chgData name="Sébastien PAULET" userId="6b23f485-01ca-4aef-9a82-cbc20d7072f9" providerId="ADAL" clId="{0599B59D-D098-4D7E-849B-163A13AF3B85}" dt="2018-01-20T18:41:35.600" v="80" actId="6549"/>
          <ac:spMkLst>
            <pc:docMk/>
            <pc:sldMk cId="1150990250" sldId="1648"/>
            <ac:spMk id="6" creationId="{E7885C01-B146-43BF-9012-6CA206FE755E}"/>
          </ac:spMkLst>
        </pc:spChg>
      </pc:sldChg>
      <pc:sldChg chg="addSp delSp modSp add ord">
        <pc:chgData name="Sébastien PAULET" userId="6b23f485-01ca-4aef-9a82-cbc20d7072f9" providerId="ADAL" clId="{0599B59D-D098-4D7E-849B-163A13AF3B85}" dt="2018-01-20T20:35:55.855" v="1186" actId="1076"/>
        <pc:sldMkLst>
          <pc:docMk/>
          <pc:sldMk cId="1701146766" sldId="1649"/>
        </pc:sldMkLst>
        <pc:spChg chg="add mod">
          <ac:chgData name="Sébastien PAULET" userId="6b23f485-01ca-4aef-9a82-cbc20d7072f9" providerId="ADAL" clId="{0599B59D-D098-4D7E-849B-163A13AF3B85}" dt="2018-01-20T20:35:55.855" v="1186" actId="1076"/>
          <ac:spMkLst>
            <pc:docMk/>
            <pc:sldMk cId="1701146766" sldId="1649"/>
            <ac:spMk id="6" creationId="{43D1DA1E-14D9-470C-8C00-1B45BDA93113}"/>
          </ac:spMkLst>
        </pc:spChg>
        <pc:spChg chg="add mod">
          <ac:chgData name="Sébastien PAULET" userId="6b23f485-01ca-4aef-9a82-cbc20d7072f9" providerId="ADAL" clId="{0599B59D-D098-4D7E-849B-163A13AF3B85}" dt="2018-01-20T20:35:52.600" v="1185" actId="1076"/>
          <ac:spMkLst>
            <pc:docMk/>
            <pc:sldMk cId="1701146766" sldId="1649"/>
            <ac:spMk id="7" creationId="{DFBC88DC-9D1B-4AB3-870A-F427E260CF4B}"/>
          </ac:spMkLst>
        </pc:spChg>
        <pc:spChg chg="add del">
          <ac:chgData name="Sébastien PAULET" userId="6b23f485-01ca-4aef-9a82-cbc20d7072f9" providerId="ADAL" clId="{0599B59D-D098-4D7E-849B-163A13AF3B85}" dt="2018-01-20T20:35:06.706" v="1172"/>
          <ac:spMkLst>
            <pc:docMk/>
            <pc:sldMk cId="1701146766" sldId="1649"/>
            <ac:spMk id="8" creationId="{B704E35A-4AEE-40E0-8E22-EA55783AF962}"/>
          </ac:spMkLst>
        </pc:spChg>
        <pc:spChg chg="add del">
          <ac:chgData name="Sébastien PAULET" userId="6b23f485-01ca-4aef-9a82-cbc20d7072f9" providerId="ADAL" clId="{0599B59D-D098-4D7E-849B-163A13AF3B85}" dt="2018-01-20T20:35:05.505" v="1170"/>
          <ac:spMkLst>
            <pc:docMk/>
            <pc:sldMk cId="1701146766" sldId="1649"/>
            <ac:spMk id="9" creationId="{7E4F9C34-477F-49E0-B47C-3D96BD6EBCC0}"/>
          </ac:spMkLst>
        </pc:spChg>
        <pc:picChg chg="add mod">
          <ac:chgData name="Sébastien PAULET" userId="6b23f485-01ca-4aef-9a82-cbc20d7072f9" providerId="ADAL" clId="{0599B59D-D098-4D7E-849B-163A13AF3B85}" dt="2018-01-20T20:35:49.952" v="1184" actId="1076"/>
          <ac:picMkLst>
            <pc:docMk/>
            <pc:sldMk cId="1701146766" sldId="1649"/>
            <ac:picMk id="3" creationId="{6733846E-5E53-408B-A58E-EEE85847B1BD}"/>
          </ac:picMkLst>
        </pc:picChg>
      </pc:sldChg>
      <pc:sldChg chg="addSp delSp modSp add">
        <pc:chgData name="Sébastien PAULET" userId="6b23f485-01ca-4aef-9a82-cbc20d7072f9" providerId="ADAL" clId="{0599B59D-D098-4D7E-849B-163A13AF3B85}" dt="2018-01-20T20:11:48.585" v="695" actId="1076"/>
        <pc:sldMkLst>
          <pc:docMk/>
          <pc:sldMk cId="1229228444" sldId="1650"/>
        </pc:sldMkLst>
        <pc:spChg chg="mod">
          <ac:chgData name="Sébastien PAULET" userId="6b23f485-01ca-4aef-9a82-cbc20d7072f9" providerId="ADAL" clId="{0599B59D-D098-4D7E-849B-163A13AF3B85}" dt="2018-01-20T20:05:16.738" v="658" actId="20577"/>
          <ac:spMkLst>
            <pc:docMk/>
            <pc:sldMk cId="1229228444" sldId="1650"/>
            <ac:spMk id="3" creationId="{00000000-0000-0000-0000-000000000000}"/>
          </ac:spMkLst>
        </pc:spChg>
        <pc:spChg chg="mod">
          <ac:chgData name="Sébastien PAULET" userId="6b23f485-01ca-4aef-9a82-cbc20d7072f9" providerId="ADAL" clId="{0599B59D-D098-4D7E-849B-163A13AF3B85}" dt="2018-01-20T20:05:30.703" v="691" actId="20577"/>
          <ac:spMkLst>
            <pc:docMk/>
            <pc:sldMk cId="1229228444" sldId="1650"/>
            <ac:spMk id="5" creationId="{00000000-0000-0000-0000-000000000000}"/>
          </ac:spMkLst>
        </pc:spChg>
        <pc:picChg chg="add del">
          <ac:chgData name="Sébastien PAULET" userId="6b23f485-01ca-4aef-9a82-cbc20d7072f9" providerId="ADAL" clId="{0599B59D-D098-4D7E-849B-163A13AF3B85}" dt="2018-01-20T20:11:26.123" v="693"/>
          <ac:picMkLst>
            <pc:docMk/>
            <pc:sldMk cId="1229228444" sldId="1650"/>
            <ac:picMk id="2" creationId="{BCE3916A-86ED-4EC0-8591-BA39D20FC339}"/>
          </ac:picMkLst>
        </pc:picChg>
        <pc:picChg chg="add mod">
          <ac:chgData name="Sébastien PAULET" userId="6b23f485-01ca-4aef-9a82-cbc20d7072f9" providerId="ADAL" clId="{0599B59D-D098-4D7E-849B-163A13AF3B85}" dt="2018-01-20T20:11:48.585" v="695" actId="1076"/>
          <ac:picMkLst>
            <pc:docMk/>
            <pc:sldMk cId="1229228444" sldId="1650"/>
            <ac:picMk id="4" creationId="{C763B094-30CA-44E8-9893-0A01C18424DD}"/>
          </ac:picMkLst>
        </pc:picChg>
      </pc:sldChg>
      <pc:sldChg chg="addSp delSp modSp add">
        <pc:chgData name="Sébastien PAULET" userId="6b23f485-01ca-4aef-9a82-cbc20d7072f9" providerId="ADAL" clId="{0599B59D-D098-4D7E-849B-163A13AF3B85}" dt="2018-01-20T21:02:40.260" v="1635" actId="1036"/>
        <pc:sldMkLst>
          <pc:docMk/>
          <pc:sldMk cId="3477574512" sldId="1651"/>
        </pc:sldMkLst>
        <pc:spChg chg="mod">
          <ac:chgData name="Sébastien PAULET" userId="6b23f485-01ca-4aef-9a82-cbc20d7072f9" providerId="ADAL" clId="{0599B59D-D098-4D7E-849B-163A13AF3B85}" dt="2018-01-20T20:33:44.408" v="1164" actId="20577"/>
          <ac:spMkLst>
            <pc:docMk/>
            <pc:sldMk cId="3477574512" sldId="1651"/>
            <ac:spMk id="3" creationId="{00000000-0000-0000-0000-000000000000}"/>
          </ac:spMkLst>
        </pc:spChg>
        <pc:spChg chg="mod">
          <ac:chgData name="Sébastien PAULET" userId="6b23f485-01ca-4aef-9a82-cbc20d7072f9" providerId="ADAL" clId="{0599B59D-D098-4D7E-849B-163A13AF3B85}" dt="2018-01-20T21:02:40.260" v="1635" actId="1036"/>
          <ac:spMkLst>
            <pc:docMk/>
            <pc:sldMk cId="3477574512" sldId="1651"/>
            <ac:spMk id="5" creationId="{00000000-0000-0000-0000-000000000000}"/>
          </ac:spMkLst>
        </pc:spChg>
        <pc:spChg chg="add del">
          <ac:chgData name="Sébastien PAULET" userId="6b23f485-01ca-4aef-9a82-cbc20d7072f9" providerId="ADAL" clId="{0599B59D-D098-4D7E-849B-163A13AF3B85}" dt="2018-01-20T20:29:07.141" v="970" actId="478"/>
          <ac:spMkLst>
            <pc:docMk/>
            <pc:sldMk cId="3477574512" sldId="1651"/>
            <ac:spMk id="6" creationId="{93A5A061-407E-4F74-B791-9D94B0E38B74}"/>
          </ac:spMkLst>
        </pc:spChg>
        <pc:spChg chg="add mod">
          <ac:chgData name="Sébastien PAULET" userId="6b23f485-01ca-4aef-9a82-cbc20d7072f9" providerId="ADAL" clId="{0599B59D-D098-4D7E-849B-163A13AF3B85}" dt="2018-01-20T21:02:40.260" v="1635" actId="1036"/>
          <ac:spMkLst>
            <pc:docMk/>
            <pc:sldMk cId="3477574512" sldId="1651"/>
            <ac:spMk id="7" creationId="{B153272A-A949-4D30-A79C-B351640190A0}"/>
          </ac:spMkLst>
        </pc:spChg>
        <pc:spChg chg="add mod">
          <ac:chgData name="Sébastien PAULET" userId="6b23f485-01ca-4aef-9a82-cbc20d7072f9" providerId="ADAL" clId="{0599B59D-D098-4D7E-849B-163A13AF3B85}" dt="2018-01-20T20:55:52.382" v="1544" actId="1035"/>
          <ac:spMkLst>
            <pc:docMk/>
            <pc:sldMk cId="3477574512" sldId="1651"/>
            <ac:spMk id="8" creationId="{9624A0A8-8F6E-4207-A673-1BC3257765DF}"/>
          </ac:spMkLst>
        </pc:spChg>
        <pc:spChg chg="add mod">
          <ac:chgData name="Sébastien PAULET" userId="6b23f485-01ca-4aef-9a82-cbc20d7072f9" providerId="ADAL" clId="{0599B59D-D098-4D7E-849B-163A13AF3B85}" dt="2018-01-20T20:55:52.382" v="1544" actId="1035"/>
          <ac:spMkLst>
            <pc:docMk/>
            <pc:sldMk cId="3477574512" sldId="1651"/>
            <ac:spMk id="9" creationId="{4063B4F9-964C-4F8F-8D0F-DAE17FA3D564}"/>
          </ac:spMkLst>
        </pc:spChg>
        <pc:graphicFrameChg chg="add del mod modGraphic">
          <ac:chgData name="Sébastien PAULET" userId="6b23f485-01ca-4aef-9a82-cbc20d7072f9" providerId="ADAL" clId="{0599B59D-D098-4D7E-849B-163A13AF3B85}" dt="2018-01-20T20:30:01.312" v="1049" actId="478"/>
          <ac:graphicFrameMkLst>
            <pc:docMk/>
            <pc:sldMk cId="3477574512" sldId="1651"/>
            <ac:graphicFrameMk id="4" creationId="{0FBBC765-6C26-4ABE-BD35-49BDF4EDAABD}"/>
          </ac:graphicFrameMkLst>
        </pc:graphicFrameChg>
        <pc:picChg chg="del">
          <ac:chgData name="Sébastien PAULET" userId="6b23f485-01ca-4aef-9a82-cbc20d7072f9" providerId="ADAL" clId="{0599B59D-D098-4D7E-849B-163A13AF3B85}" dt="2018-01-20T20:26:48.201" v="925" actId="478"/>
          <ac:picMkLst>
            <pc:docMk/>
            <pc:sldMk cId="3477574512" sldId="1651"/>
            <ac:picMk id="2" creationId="{39B961CF-489B-409B-AD14-6ACDD1394F78}"/>
          </ac:picMkLst>
        </pc:picChg>
      </pc:sldChg>
      <pc:sldChg chg="addSp delSp modSp add">
        <pc:chgData name="Sébastien PAULET" userId="6b23f485-01ca-4aef-9a82-cbc20d7072f9" providerId="ADAL" clId="{0599B59D-D098-4D7E-849B-163A13AF3B85}" dt="2018-01-20T21:15:04.514" v="1739" actId="478"/>
        <pc:sldMkLst>
          <pc:docMk/>
          <pc:sldMk cId="1414764111" sldId="1652"/>
        </pc:sldMkLst>
        <pc:spChg chg="mod">
          <ac:chgData name="Sébastien PAULET" userId="6b23f485-01ca-4aef-9a82-cbc20d7072f9" providerId="ADAL" clId="{0599B59D-D098-4D7E-849B-163A13AF3B85}" dt="2018-01-20T21:08:13.537" v="1729" actId="1076"/>
          <ac:spMkLst>
            <pc:docMk/>
            <pc:sldMk cId="1414764111" sldId="1652"/>
            <ac:spMk id="3" creationId="{00000000-0000-0000-0000-000000000000}"/>
          </ac:spMkLst>
        </pc:spChg>
        <pc:spChg chg="del mod">
          <ac:chgData name="Sébastien PAULET" userId="6b23f485-01ca-4aef-9a82-cbc20d7072f9" providerId="ADAL" clId="{0599B59D-D098-4D7E-849B-163A13AF3B85}" dt="2018-01-20T21:08:17.641" v="1731" actId="478"/>
          <ac:spMkLst>
            <pc:docMk/>
            <pc:sldMk cId="1414764111" sldId="1652"/>
            <ac:spMk id="5" creationId="{00000000-0000-0000-0000-000000000000}"/>
          </ac:spMkLst>
        </pc:spChg>
        <pc:spChg chg="add mod">
          <ac:chgData name="Sébastien PAULET" userId="6b23f485-01ca-4aef-9a82-cbc20d7072f9" providerId="ADAL" clId="{0599B59D-D098-4D7E-849B-163A13AF3B85}" dt="2018-01-20T21:09:20.389" v="1735"/>
          <ac:spMkLst>
            <pc:docMk/>
            <pc:sldMk cId="1414764111" sldId="1652"/>
            <ac:spMk id="6" creationId="{986BB03F-E16D-4816-85CD-43A006BFC977}"/>
          </ac:spMkLst>
        </pc:spChg>
        <pc:picChg chg="del">
          <ac:chgData name="Sébastien PAULET" userId="6b23f485-01ca-4aef-9a82-cbc20d7072f9" providerId="ADAL" clId="{0599B59D-D098-4D7E-849B-163A13AF3B85}" dt="2018-01-20T21:03:38.752" v="1664" actId="478"/>
          <ac:picMkLst>
            <pc:docMk/>
            <pc:sldMk cId="1414764111" sldId="1652"/>
            <ac:picMk id="2" creationId="{39B961CF-489B-409B-AD14-6ACDD1394F78}"/>
          </ac:picMkLst>
        </pc:picChg>
        <pc:picChg chg="add del mod">
          <ac:chgData name="Sébastien PAULET" userId="6b23f485-01ca-4aef-9a82-cbc20d7072f9" providerId="ADAL" clId="{0599B59D-D098-4D7E-849B-163A13AF3B85}" dt="2018-01-20T21:15:04.514" v="1739" actId="478"/>
          <ac:picMkLst>
            <pc:docMk/>
            <pc:sldMk cId="1414764111" sldId="1652"/>
            <ac:picMk id="4" creationId="{59B843A7-051B-4798-B628-810901E05808}"/>
          </ac:picMkLst>
        </pc:picChg>
        <pc:picChg chg="add mod">
          <ac:chgData name="Sébastien PAULET" userId="6b23f485-01ca-4aef-9a82-cbc20d7072f9" providerId="ADAL" clId="{0599B59D-D098-4D7E-849B-163A13AF3B85}" dt="2018-01-20T21:14:53.956" v="1738" actId="1076"/>
          <ac:picMkLst>
            <pc:docMk/>
            <pc:sldMk cId="1414764111" sldId="1652"/>
            <ac:picMk id="8" creationId="{012C1FDD-35DD-4719-AC84-2AAADF56A4A4}"/>
          </ac:picMkLst>
        </pc:picChg>
      </pc:sldChg>
      <pc:sldChg chg="addSp delSp modSp add">
        <pc:chgData name="Sébastien PAULET" userId="6b23f485-01ca-4aef-9a82-cbc20d7072f9" providerId="ADAL" clId="{0599B59D-D098-4D7E-849B-163A13AF3B85}" dt="2018-01-20T21:06:44.243" v="1714" actId="1037"/>
        <pc:sldMkLst>
          <pc:docMk/>
          <pc:sldMk cId="2894641130" sldId="1653"/>
        </pc:sldMkLst>
        <pc:spChg chg="mod">
          <ac:chgData name="Sébastien PAULET" userId="6b23f485-01ca-4aef-9a82-cbc20d7072f9" providerId="ADAL" clId="{0599B59D-D098-4D7E-849B-163A13AF3B85}" dt="2018-01-20T21:04:12.990" v="1684" actId="20577"/>
          <ac:spMkLst>
            <pc:docMk/>
            <pc:sldMk cId="2894641130" sldId="1653"/>
            <ac:spMk id="3" creationId="{00000000-0000-0000-0000-000000000000}"/>
          </ac:spMkLst>
        </pc:spChg>
        <pc:spChg chg="add del mod">
          <ac:chgData name="Sébastien PAULET" userId="6b23f485-01ca-4aef-9a82-cbc20d7072f9" providerId="ADAL" clId="{0599B59D-D098-4D7E-849B-163A13AF3B85}" dt="2018-01-20T21:04:39.612" v="1692" actId="478"/>
          <ac:spMkLst>
            <pc:docMk/>
            <pc:sldMk cId="2894641130" sldId="1653"/>
            <ac:spMk id="4" creationId="{1228EDD0-D576-4BCB-9CD6-5B2B00187EB8}"/>
          </ac:spMkLst>
        </pc:spChg>
        <pc:spChg chg="del">
          <ac:chgData name="Sébastien PAULET" userId="6b23f485-01ca-4aef-9a82-cbc20d7072f9" providerId="ADAL" clId="{0599B59D-D098-4D7E-849B-163A13AF3B85}" dt="2018-01-20T21:04:36.141" v="1691" actId="478"/>
          <ac:spMkLst>
            <pc:docMk/>
            <pc:sldMk cId="2894641130" sldId="1653"/>
            <ac:spMk id="5" creationId="{00000000-0000-0000-0000-000000000000}"/>
          </ac:spMkLst>
        </pc:spChg>
        <pc:spChg chg="del">
          <ac:chgData name="Sébastien PAULET" userId="6b23f485-01ca-4aef-9a82-cbc20d7072f9" providerId="ADAL" clId="{0599B59D-D098-4D7E-849B-163A13AF3B85}" dt="2018-01-20T21:04:32.453" v="1690" actId="478"/>
          <ac:spMkLst>
            <pc:docMk/>
            <pc:sldMk cId="2894641130" sldId="1653"/>
            <ac:spMk id="7" creationId="{B153272A-A949-4D30-A79C-B351640190A0}"/>
          </ac:spMkLst>
        </pc:spChg>
        <pc:spChg chg="mod">
          <ac:chgData name="Sébastien PAULET" userId="6b23f485-01ca-4aef-9a82-cbc20d7072f9" providerId="ADAL" clId="{0599B59D-D098-4D7E-849B-163A13AF3B85}" dt="2018-01-20T21:04:21.697" v="1687" actId="1076"/>
          <ac:spMkLst>
            <pc:docMk/>
            <pc:sldMk cId="2894641130" sldId="1653"/>
            <ac:spMk id="8" creationId="{9624A0A8-8F6E-4207-A673-1BC3257765DF}"/>
          </ac:spMkLst>
        </pc:spChg>
        <pc:spChg chg="del">
          <ac:chgData name="Sébastien PAULET" userId="6b23f485-01ca-4aef-9a82-cbc20d7072f9" providerId="ADAL" clId="{0599B59D-D098-4D7E-849B-163A13AF3B85}" dt="2018-01-20T21:04:19.910" v="1686" actId="478"/>
          <ac:spMkLst>
            <pc:docMk/>
            <pc:sldMk cId="2894641130" sldId="1653"/>
            <ac:spMk id="9" creationId="{4063B4F9-964C-4F8F-8D0F-DAE17FA3D564}"/>
          </ac:spMkLst>
        </pc:spChg>
        <pc:spChg chg="add del mod">
          <ac:chgData name="Sébastien PAULET" userId="6b23f485-01ca-4aef-9a82-cbc20d7072f9" providerId="ADAL" clId="{0599B59D-D098-4D7E-849B-163A13AF3B85}" dt="2018-01-20T21:04:27.578" v="1689" actId="478"/>
          <ac:spMkLst>
            <pc:docMk/>
            <pc:sldMk cId="2894641130" sldId="1653"/>
            <ac:spMk id="10" creationId="{AE65DAE7-C6BD-4775-AEB6-50FDDE914AFE}"/>
          </ac:spMkLst>
        </pc:spChg>
        <pc:picChg chg="add mod">
          <ac:chgData name="Sébastien PAULET" userId="6b23f485-01ca-4aef-9a82-cbc20d7072f9" providerId="ADAL" clId="{0599B59D-D098-4D7E-849B-163A13AF3B85}" dt="2018-01-20T21:06:44.243" v="1714" actId="1037"/>
          <ac:picMkLst>
            <pc:docMk/>
            <pc:sldMk cId="2894641130" sldId="1653"/>
            <ac:picMk id="6" creationId="{C006EB17-9F61-4CF0-A10D-2F9CB2633077}"/>
          </ac:picMkLst>
        </pc:picChg>
      </pc:sldChg>
      <pc:sldChg chg="addSp modSp add">
        <pc:chgData name="Sébastien PAULET" userId="6b23f485-01ca-4aef-9a82-cbc20d7072f9" providerId="ADAL" clId="{0599B59D-D098-4D7E-849B-163A13AF3B85}" dt="2018-01-20T21:28:55.126" v="2067" actId="20577"/>
        <pc:sldMkLst>
          <pc:docMk/>
          <pc:sldMk cId="2328442223" sldId="1654"/>
        </pc:sldMkLst>
        <pc:spChg chg="mod">
          <ac:chgData name="Sébastien PAULET" userId="6b23f485-01ca-4aef-9a82-cbc20d7072f9" providerId="ADAL" clId="{0599B59D-D098-4D7E-849B-163A13AF3B85}" dt="2018-01-20T21:16:25.617" v="1771" actId="20577"/>
          <ac:spMkLst>
            <pc:docMk/>
            <pc:sldMk cId="2328442223" sldId="1654"/>
            <ac:spMk id="3" creationId="{1C14ED28-E417-4E27-8878-298275C1D9C2}"/>
          </ac:spMkLst>
        </pc:spChg>
        <pc:spChg chg="mod">
          <ac:chgData name="Sébastien PAULET" userId="6b23f485-01ca-4aef-9a82-cbc20d7072f9" providerId="ADAL" clId="{0599B59D-D098-4D7E-849B-163A13AF3B85}" dt="2018-01-20T21:28:55.126" v="2067" actId="20577"/>
          <ac:spMkLst>
            <pc:docMk/>
            <pc:sldMk cId="2328442223" sldId="1654"/>
            <ac:spMk id="4" creationId="{BC220B95-314D-4793-8D0E-7A3AB87CE2F3}"/>
          </ac:spMkLst>
        </pc:spChg>
        <pc:picChg chg="add mod">
          <ac:chgData name="Sébastien PAULET" userId="6b23f485-01ca-4aef-9a82-cbc20d7072f9" providerId="ADAL" clId="{0599B59D-D098-4D7E-849B-163A13AF3B85}" dt="2018-01-20T21:27:38.557" v="2003" actId="1076"/>
          <ac:picMkLst>
            <pc:docMk/>
            <pc:sldMk cId="2328442223" sldId="1654"/>
            <ac:picMk id="5" creationId="{4A42A34C-4333-4F7A-A653-4158A9552D03}"/>
          </ac:picMkLst>
        </pc:picChg>
        <pc:picChg chg="add mod">
          <ac:chgData name="Sébastien PAULET" userId="6b23f485-01ca-4aef-9a82-cbc20d7072f9" providerId="ADAL" clId="{0599B59D-D098-4D7E-849B-163A13AF3B85}" dt="2018-01-20T21:27:49.243" v="2008" actId="1076"/>
          <ac:picMkLst>
            <pc:docMk/>
            <pc:sldMk cId="2328442223" sldId="1654"/>
            <ac:picMk id="7" creationId="{68BDED46-179B-44D8-A726-EB9828FA58B5}"/>
          </ac:picMkLst>
        </pc:picChg>
      </pc:sldChg>
      <pc:sldMasterChg chg="modSldLayout">
        <pc:chgData name="Sébastien PAULET" userId="6b23f485-01ca-4aef-9a82-cbc20d7072f9" providerId="ADAL" clId="{0599B59D-D098-4D7E-849B-163A13AF3B85}" dt="2018-01-20T18:51:56.004" v="102"/>
        <pc:sldMasterMkLst>
          <pc:docMk/>
          <pc:sldMasterMk cId="2005544715" sldId="2147484495"/>
        </pc:sldMasterMkLst>
        <pc:sldLayoutChg chg="setBg">
          <pc:chgData name="Sébastien PAULET" userId="6b23f485-01ca-4aef-9a82-cbc20d7072f9" providerId="ADAL" clId="{0599B59D-D098-4D7E-849B-163A13AF3B85}" dt="2018-01-20T18:51:45.632" v="99"/>
          <pc:sldLayoutMkLst>
            <pc:docMk/>
            <pc:sldMasterMk cId="2005544715" sldId="2147484495"/>
            <pc:sldLayoutMk cId="796245250" sldId="2147484505"/>
          </pc:sldLayoutMkLst>
        </pc:sldLayoutChg>
        <pc:sldLayoutChg chg="setBg">
          <pc:chgData name="Sébastien PAULET" userId="6b23f485-01ca-4aef-9a82-cbc20d7072f9" providerId="ADAL" clId="{0599B59D-D098-4D7E-849B-163A13AF3B85}" dt="2018-01-20T18:51:48.470" v="100"/>
          <pc:sldLayoutMkLst>
            <pc:docMk/>
            <pc:sldMasterMk cId="2005544715" sldId="2147484495"/>
            <pc:sldLayoutMk cId="3405076042" sldId="2147484506"/>
          </pc:sldLayoutMkLst>
        </pc:sldLayoutChg>
        <pc:sldLayoutChg chg="setBg">
          <pc:chgData name="Sébastien PAULET" userId="6b23f485-01ca-4aef-9a82-cbc20d7072f9" providerId="ADAL" clId="{0599B59D-D098-4D7E-849B-163A13AF3B85}" dt="2018-01-20T18:51:52.414" v="101"/>
          <pc:sldLayoutMkLst>
            <pc:docMk/>
            <pc:sldMasterMk cId="2005544715" sldId="2147484495"/>
            <pc:sldLayoutMk cId="1007454243" sldId="2147484508"/>
          </pc:sldLayoutMkLst>
        </pc:sldLayoutChg>
        <pc:sldLayoutChg chg="setBg">
          <pc:chgData name="Sébastien PAULET" userId="6b23f485-01ca-4aef-9a82-cbc20d7072f9" providerId="ADAL" clId="{0599B59D-D098-4D7E-849B-163A13AF3B85}" dt="2018-01-20T18:51:56.004" v="102"/>
          <pc:sldLayoutMkLst>
            <pc:docMk/>
            <pc:sldMasterMk cId="2005544715" sldId="2147484495"/>
            <pc:sldLayoutMk cId="2312058579" sldId="2147484511"/>
          </pc:sldLayoutMkLst>
        </pc:sldLayoutChg>
        <pc:sldLayoutChg chg="modSp">
          <pc:chgData name="Sébastien PAULET" userId="6b23f485-01ca-4aef-9a82-cbc20d7072f9" providerId="ADAL" clId="{0599B59D-D098-4D7E-849B-163A13AF3B85}" dt="2018-01-20T18:51:41.656" v="98"/>
          <pc:sldLayoutMkLst>
            <pc:docMk/>
            <pc:sldMasterMk cId="2005544715" sldId="2147484495"/>
            <pc:sldLayoutMk cId="1937646889" sldId="2147484516"/>
          </pc:sldLayoutMkLst>
          <pc:spChg chg="mod">
            <ac:chgData name="Sébastien PAULET" userId="6b23f485-01ca-4aef-9a82-cbc20d7072f9" providerId="ADAL" clId="{0599B59D-D098-4D7E-849B-163A13AF3B85}" dt="2018-01-20T18:51:41.656" v="98"/>
            <ac:spMkLst>
              <pc:docMk/>
              <pc:sldMasterMk cId="2005544715" sldId="2147484495"/>
              <pc:sldLayoutMk cId="1937646889" sldId="2147484516"/>
              <ac:spMk id="5" creationId="{00000000-0000-0000-0000-000000000000}"/>
            </ac:spMkLst>
          </pc:spChg>
        </pc:sldLayoutChg>
      </pc:sldMasterChg>
      <pc:sldMasterChg chg="modSldLayout">
        <pc:chgData name="Sébastien PAULET" userId="6b23f485-01ca-4aef-9a82-cbc20d7072f9" providerId="ADAL" clId="{0599B59D-D098-4D7E-849B-163A13AF3B85}" dt="2018-01-20T18:52:17.850" v="107"/>
        <pc:sldMasterMkLst>
          <pc:docMk/>
          <pc:sldMasterMk cId="3767842624" sldId="2147484519"/>
        </pc:sldMasterMkLst>
        <pc:sldLayoutChg chg="setBg">
          <pc:chgData name="Sébastien PAULET" userId="6b23f485-01ca-4aef-9a82-cbc20d7072f9" providerId="ADAL" clId="{0599B59D-D098-4D7E-849B-163A13AF3B85}" dt="2018-01-20T18:52:00.360" v="103"/>
          <pc:sldLayoutMkLst>
            <pc:docMk/>
            <pc:sldMasterMk cId="3767842624" sldId="2147484519"/>
            <pc:sldLayoutMk cId="4254852052" sldId="2147484520"/>
          </pc:sldLayoutMkLst>
        </pc:sldLayoutChg>
        <pc:sldLayoutChg chg="modSp">
          <pc:chgData name="Sébastien PAULET" userId="6b23f485-01ca-4aef-9a82-cbc20d7072f9" providerId="ADAL" clId="{0599B59D-D098-4D7E-849B-163A13AF3B85}" dt="2018-01-20T18:52:06.405" v="104"/>
          <pc:sldLayoutMkLst>
            <pc:docMk/>
            <pc:sldMasterMk cId="3767842624" sldId="2147484519"/>
            <pc:sldLayoutMk cId="4112745383" sldId="2147484530"/>
          </pc:sldLayoutMkLst>
          <pc:spChg chg="mod">
            <ac:chgData name="Sébastien PAULET" userId="6b23f485-01ca-4aef-9a82-cbc20d7072f9" providerId="ADAL" clId="{0599B59D-D098-4D7E-849B-163A13AF3B85}" dt="2018-01-20T18:52:06.405" v="104"/>
            <ac:spMkLst>
              <pc:docMk/>
              <pc:sldMasterMk cId="3767842624" sldId="2147484519"/>
              <pc:sldLayoutMk cId="4112745383" sldId="2147484530"/>
              <ac:spMk id="5" creationId="{00000000-0000-0000-0000-000000000000}"/>
            </ac:spMkLst>
          </pc:spChg>
        </pc:sldLayoutChg>
        <pc:sldLayoutChg chg="setBg">
          <pc:chgData name="Sébastien PAULET" userId="6b23f485-01ca-4aef-9a82-cbc20d7072f9" providerId="ADAL" clId="{0599B59D-D098-4D7E-849B-163A13AF3B85}" dt="2018-01-20T18:52:10.034" v="105"/>
          <pc:sldLayoutMkLst>
            <pc:docMk/>
            <pc:sldMasterMk cId="3767842624" sldId="2147484519"/>
            <pc:sldLayoutMk cId="1673280399" sldId="2147484531"/>
          </pc:sldLayoutMkLst>
        </pc:sldLayoutChg>
        <pc:sldLayoutChg chg="setBg">
          <pc:chgData name="Sébastien PAULET" userId="6b23f485-01ca-4aef-9a82-cbc20d7072f9" providerId="ADAL" clId="{0599B59D-D098-4D7E-849B-163A13AF3B85}" dt="2018-01-20T18:52:13.758" v="106"/>
          <pc:sldLayoutMkLst>
            <pc:docMk/>
            <pc:sldMasterMk cId="3767842624" sldId="2147484519"/>
            <pc:sldLayoutMk cId="1685474073" sldId="2147484533"/>
          </pc:sldLayoutMkLst>
        </pc:sldLayoutChg>
        <pc:sldLayoutChg chg="setBg">
          <pc:chgData name="Sébastien PAULET" userId="6b23f485-01ca-4aef-9a82-cbc20d7072f9" providerId="ADAL" clId="{0599B59D-D098-4D7E-849B-163A13AF3B85}" dt="2018-01-20T18:52:17.850" v="107"/>
          <pc:sldLayoutMkLst>
            <pc:docMk/>
            <pc:sldMasterMk cId="3767842624" sldId="2147484519"/>
            <pc:sldLayoutMk cId="3851079627" sldId="2147484536"/>
          </pc:sldLayoutMkLst>
        </pc:sldLayoutChg>
      </pc:sldMasterChg>
      <pc:sldMasterChg chg="modSldLayout">
        <pc:chgData name="Sébastien PAULET" userId="6b23f485-01ca-4aef-9a82-cbc20d7072f9" providerId="ADAL" clId="{0599B59D-D098-4D7E-849B-163A13AF3B85}" dt="2018-01-20T18:52:39.927" v="112"/>
        <pc:sldMasterMkLst>
          <pc:docMk/>
          <pc:sldMasterMk cId="1595066715" sldId="2147484547"/>
        </pc:sldMasterMkLst>
        <pc:sldLayoutChg chg="setBg">
          <pc:chgData name="Sébastien PAULET" userId="6b23f485-01ca-4aef-9a82-cbc20d7072f9" providerId="ADAL" clId="{0599B59D-D098-4D7E-849B-163A13AF3B85}" dt="2018-01-20T18:52:24.563" v="108"/>
          <pc:sldLayoutMkLst>
            <pc:docMk/>
            <pc:sldMasterMk cId="1595066715" sldId="2147484547"/>
            <pc:sldLayoutMk cId="4088499006" sldId="2147484548"/>
          </pc:sldLayoutMkLst>
        </pc:sldLayoutChg>
        <pc:sldLayoutChg chg="setBg">
          <pc:chgData name="Sébastien PAULET" userId="6b23f485-01ca-4aef-9a82-cbc20d7072f9" providerId="ADAL" clId="{0599B59D-D098-4D7E-849B-163A13AF3B85}" dt="2018-01-20T18:52:28.672" v="109"/>
          <pc:sldLayoutMkLst>
            <pc:docMk/>
            <pc:sldMasterMk cId="1595066715" sldId="2147484547"/>
            <pc:sldLayoutMk cId="3144826093" sldId="2147484554"/>
          </pc:sldLayoutMkLst>
        </pc:sldLayoutChg>
        <pc:sldLayoutChg chg="setBg">
          <pc:chgData name="Sébastien PAULET" userId="6b23f485-01ca-4aef-9a82-cbc20d7072f9" providerId="ADAL" clId="{0599B59D-D098-4D7E-849B-163A13AF3B85}" dt="2018-01-20T18:52:32.597" v="110"/>
          <pc:sldLayoutMkLst>
            <pc:docMk/>
            <pc:sldMasterMk cId="1595066715" sldId="2147484547"/>
            <pc:sldLayoutMk cId="1942398124" sldId="2147484555"/>
          </pc:sldLayoutMkLst>
        </pc:sldLayoutChg>
        <pc:sldLayoutChg chg="setBg">
          <pc:chgData name="Sébastien PAULET" userId="6b23f485-01ca-4aef-9a82-cbc20d7072f9" providerId="ADAL" clId="{0599B59D-D098-4D7E-849B-163A13AF3B85}" dt="2018-01-20T18:52:36.091" v="111"/>
          <pc:sldLayoutMkLst>
            <pc:docMk/>
            <pc:sldMasterMk cId="1595066715" sldId="2147484547"/>
            <pc:sldLayoutMk cId="1252032164" sldId="2147484557"/>
          </pc:sldLayoutMkLst>
        </pc:sldLayoutChg>
        <pc:sldLayoutChg chg="setBg">
          <pc:chgData name="Sébastien PAULET" userId="6b23f485-01ca-4aef-9a82-cbc20d7072f9" providerId="ADAL" clId="{0599B59D-D098-4D7E-849B-163A13AF3B85}" dt="2018-01-20T18:52:39.927" v="112"/>
          <pc:sldLayoutMkLst>
            <pc:docMk/>
            <pc:sldMasterMk cId="1595066715" sldId="2147484547"/>
            <pc:sldLayoutMk cId="3040798709" sldId="2147484560"/>
          </pc:sldLayoutMkLst>
        </pc:sldLayoutChg>
      </pc:sldMasterChg>
      <pc:sldMasterChg chg="modSldLayout">
        <pc:chgData name="Sébastien PAULET" userId="6b23f485-01ca-4aef-9a82-cbc20d7072f9" providerId="ADAL" clId="{0599B59D-D098-4D7E-849B-163A13AF3B85}" dt="2018-01-20T18:53:02.982" v="117"/>
        <pc:sldMasterMkLst>
          <pc:docMk/>
          <pc:sldMasterMk cId="953490732" sldId="2147484565"/>
        </pc:sldMasterMkLst>
        <pc:sldLayoutChg chg="setBg">
          <pc:chgData name="Sébastien PAULET" userId="6b23f485-01ca-4aef-9a82-cbc20d7072f9" providerId="ADAL" clId="{0599B59D-D098-4D7E-849B-163A13AF3B85}" dt="2018-01-20T18:52:48.242" v="113"/>
          <pc:sldLayoutMkLst>
            <pc:docMk/>
            <pc:sldMasterMk cId="953490732" sldId="2147484565"/>
            <pc:sldLayoutMk cId="2892893718" sldId="2147484566"/>
          </pc:sldLayoutMkLst>
        </pc:sldLayoutChg>
        <pc:sldLayoutChg chg="setBg">
          <pc:chgData name="Sébastien PAULET" userId="6b23f485-01ca-4aef-9a82-cbc20d7072f9" providerId="ADAL" clId="{0599B59D-D098-4D7E-849B-163A13AF3B85}" dt="2018-01-20T18:52:52.350" v="114"/>
          <pc:sldLayoutMkLst>
            <pc:docMk/>
            <pc:sldMasterMk cId="953490732" sldId="2147484565"/>
            <pc:sldLayoutMk cId="3173718048" sldId="2147484572"/>
          </pc:sldLayoutMkLst>
        </pc:sldLayoutChg>
        <pc:sldLayoutChg chg="setBg">
          <pc:chgData name="Sébastien PAULET" userId="6b23f485-01ca-4aef-9a82-cbc20d7072f9" providerId="ADAL" clId="{0599B59D-D098-4D7E-849B-163A13AF3B85}" dt="2018-01-20T18:52:55.750" v="115"/>
          <pc:sldLayoutMkLst>
            <pc:docMk/>
            <pc:sldMasterMk cId="953490732" sldId="2147484565"/>
            <pc:sldLayoutMk cId="2951829415" sldId="2147484573"/>
          </pc:sldLayoutMkLst>
        </pc:sldLayoutChg>
        <pc:sldLayoutChg chg="setBg">
          <pc:chgData name="Sébastien PAULET" userId="6b23f485-01ca-4aef-9a82-cbc20d7072f9" providerId="ADAL" clId="{0599B59D-D098-4D7E-849B-163A13AF3B85}" dt="2018-01-20T18:52:59.060" v="116"/>
          <pc:sldLayoutMkLst>
            <pc:docMk/>
            <pc:sldMasterMk cId="953490732" sldId="2147484565"/>
            <pc:sldLayoutMk cId="2506975061" sldId="2147484575"/>
          </pc:sldLayoutMkLst>
        </pc:sldLayoutChg>
        <pc:sldLayoutChg chg="setBg">
          <pc:chgData name="Sébastien PAULET" userId="6b23f485-01ca-4aef-9a82-cbc20d7072f9" providerId="ADAL" clId="{0599B59D-D098-4D7E-849B-163A13AF3B85}" dt="2018-01-20T18:53:02.982" v="117"/>
          <pc:sldLayoutMkLst>
            <pc:docMk/>
            <pc:sldMasterMk cId="953490732" sldId="2147484565"/>
            <pc:sldLayoutMk cId="4018951737" sldId="2147484578"/>
          </pc:sldLayoutMkLst>
        </pc:sldLayoutChg>
      </pc:sldMasterChg>
    </pc:docChg>
  </pc:docChgLst>
  <pc:docChgLst>
    <pc:chgData name="Sébastien PAULET" userId="6b23f485-01ca-4aef-9a82-cbc20d7072f9" providerId="ADAL" clId="{DB8C3F60-83EE-4AF6-B6C2-678AB9D854FD}"/>
    <pc:docChg chg="delSld modSection">
      <pc:chgData name="Sébastien PAULET" userId="6b23f485-01ca-4aef-9a82-cbc20d7072f9" providerId="ADAL" clId="{DB8C3F60-83EE-4AF6-B6C2-678AB9D854FD}" dt="2018-01-20T18:39:19.142" v="0" actId="2696"/>
      <pc:docMkLst>
        <pc:docMk/>
      </pc:docMkLst>
      <pc:sldChg chg="del">
        <pc:chgData name="Sébastien PAULET" userId="6b23f485-01ca-4aef-9a82-cbc20d7072f9" providerId="ADAL" clId="{DB8C3F60-83EE-4AF6-B6C2-678AB9D854FD}" dt="2018-01-20T18:39:19.142" v="0" actId="2696"/>
        <pc:sldMkLst>
          <pc:docMk/>
          <pc:sldMk cId="2904246329" sldId="164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1/20/2018 7:40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‹N°›</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1/20/2018 7:40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‹N°›</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8:04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3429996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7:40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3476826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5E274-BF43-4211-8DCF-78FA0E9C0D62}"/>
            </a:ext>
          </a:extLst>
        </p:cNvPr>
        <p:cNvGrpSpPr/>
        <p:nvPr/>
      </p:nvGrpSpPr>
      <p:grpSpPr>
        <a:xfrm>
          <a:off x="0" y="0"/>
          <a:ext cx="0" cy="0"/>
          <a:chOff x="0" y="0"/>
          <a:chExt cx="0" cy="0"/>
        </a:xfrm>
      </p:grpSpPr>
      <p:sp>
        <p:nvSpPr>
          <p:cNvPr id="2" name="Slide Image Placeholder 1">
            <a:extLst/>
          </p:cNvPr>
          <p:cNvSpPr>
            <a:spLocks noGrp="1" noRot="1" noChangeAspect="1"/>
          </p:cNvSpPr>
          <p:nvPr>
            <p:ph type="sldImg"/>
          </p:nvPr>
        </p:nvSpPr>
        <p:spPr/>
      </p:sp>
      <p:sp>
        <p:nvSpPr>
          <p:cNvPr id="4" name="Slide Number Placeholder 3">
            <a:extLst/>
          </p:cNvPr>
          <p:cNvSpPr>
            <a:spLocks noGrp="1"/>
          </p:cNvSpPr>
          <p:nvPr>
            <p:ph type="sldNum" sz="quarter" idx="10"/>
          </p:nvPr>
        </p:nvSpPr>
        <p:spPr/>
        <p:txBody>
          <a:bodyPr/>
          <a:lstStyle/>
          <a:p>
            <a:fld id="{248BDD93-24FC-4AED-AA78-DB88DAE56F2B}" type="slidenum">
              <a:rPr lang="en-US" smtClean="0"/>
              <a:t>3</a:t>
            </a:fld>
            <a:endParaRPr lang="en-US"/>
          </a:p>
        </p:txBody>
      </p:sp>
    </p:spTree>
    <p:extLst>
      <p:ext uri="{BB962C8B-B14F-4D97-AF65-F5344CB8AC3E}">
        <p14:creationId xmlns:p14="http://schemas.microsoft.com/office/powerpoint/2010/main" val="88173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9:35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787446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9:04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3015268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7:40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788814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9:55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3672160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10:04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781424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10:09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2270082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7:40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758625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1/20/2018 10:27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1505813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363" rtl="0" eaLnBrk="1" fontAlgn="auto" latinLnBrk="0" hangingPunct="1">
              <a:lnSpc>
                <a:spcPct val="90000"/>
              </a:lnSpc>
              <a:spcBef>
                <a:spcPts val="0"/>
              </a:spcBef>
              <a:spcAft>
                <a:spcPts val="333"/>
              </a:spcAft>
              <a:buClrTx/>
              <a:buSzTx/>
              <a:buFontTx/>
              <a:buNone/>
              <a:tabLst/>
              <a:defRPr/>
            </a:pPr>
            <a:endParaRPr lang="en-US" dirty="0"/>
          </a:p>
        </p:txBody>
      </p:sp>
      <p:sp>
        <p:nvSpPr>
          <p:cNvPr id="8" name="Date Placeholder 7"/>
          <p:cNvSpPr>
            <a:spLocks noGrp="1"/>
          </p:cNvSpPr>
          <p:nvPr>
            <p:ph type="dt"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FAE93440-8CE8-4345-AA9F-8886942F5E27}" type="datetime1">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1/20/2018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9" name="Footer Placeholder 8"/>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2012 Microsoft Corporation. All rights reserved. Microsoft, Windows, Windows Vista and other product names are or may be registered trademarks and/or trademarks in the U.S. and/or other countries.</a:t>
            </a:r>
          </a:p>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b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MICROSOFT MAKES NO WARRANTIES, EXPRESS, IMPLIED OR STATUTORY, AS TO THE INFORMATION IN THIS PRESENTATION.</a:t>
            </a:r>
          </a:p>
        </p:txBody>
      </p:sp>
      <p:sp>
        <p:nvSpPr>
          <p:cNvPr id="10" name="Slide Number Placeholder 9"/>
          <p:cNvSpPr>
            <a:spLocks noGrp="1"/>
          </p:cNvSpPr>
          <p:nvPr>
            <p:ph type="sldNum" sz="quarter" idx="12"/>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B263312-38AA-4E1E-B2B5-0F8F122B24FE}"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11" name="Header Placeholder 10"/>
          <p:cNvSpPr>
            <a:spLocks noGrp="1"/>
          </p:cNvSpPr>
          <p:nvPr>
            <p:ph type="hdr" sz="quarter" idx="13"/>
          </p:nvPr>
        </p:nvSpPr>
        <p:spPr/>
        <p:txBody>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rPr>
              <a:t>Tech Ready 15</a:t>
            </a:r>
          </a:p>
        </p:txBody>
      </p:sp>
    </p:spTree>
    <p:extLst>
      <p:ext uri="{BB962C8B-B14F-4D97-AF65-F5344CB8AC3E}">
        <p14:creationId xmlns:p14="http://schemas.microsoft.com/office/powerpoint/2010/main" val="24186135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F0525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38678132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013195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5784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2886365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09193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9252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5919933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280903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618636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138322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cstate="email">
              <a:extLst>
                <a:ext uri="{28A0092B-C50C-407E-A947-70E740481C1C}">
                  <a14:useLocalDpi xmlns:a14="http://schemas.microsoft.com/office/drawing/2010/main"/>
                </a:ext>
              </a:extLst>
            </a:blip>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2979381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010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F0525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90384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4925696" cy="6995160"/>
          </a:xfrm>
          <a:prstGeom prst="rect">
            <a:avLst/>
          </a:prstGeom>
        </p:spPr>
      </p:pic>
    </p:spTree>
    <p:extLst>
      <p:ext uri="{BB962C8B-B14F-4D97-AF65-F5344CB8AC3E}">
        <p14:creationId xmlns:p14="http://schemas.microsoft.com/office/powerpoint/2010/main" val="3783316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2277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39441102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381127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40" y="1212852"/>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513" indent="0">
              <a:buNone/>
              <a:defRPr/>
            </a:lvl3pPr>
            <a:lvl4pPr marL="457024" indent="0">
              <a:buNone/>
              <a:defRPr/>
            </a:lvl4pPr>
            <a:lvl5pPr marL="685537"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392661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349494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F0525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20567"/>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50675"/>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40986479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570247"/>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Click to edit Master title style</a:t>
            </a:r>
          </a:p>
        </p:txBody>
      </p:sp>
      <p:sp>
        <p:nvSpPr>
          <p:cNvPr id="3" name="Text Placeholder 2"/>
          <p:cNvSpPr>
            <a:spLocks noGrp="1"/>
          </p:cNvSpPr>
          <p:nvPr>
            <p:ph type="body" sz="quarter" idx="10"/>
          </p:nvPr>
        </p:nvSpPr>
        <p:spPr>
          <a:xfrm>
            <a:off x="274702" y="1211287"/>
            <a:ext cx="11888787" cy="548481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1232157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dirty="0"/>
              <a:t>Click to edit Master text styles</a:t>
            </a:r>
          </a:p>
          <a:p>
            <a:pPr marL="712788" marR="0" lvl="1" indent="-457200" algn="l" defTabSz="932742" rtl="0" eaLnBrk="1" fontAlgn="auto" latinLnBrk="0" hangingPunct="1">
              <a:lnSpc>
                <a:spcPct val="90000"/>
              </a:lnSpc>
              <a:spcBef>
                <a:spcPct val="20000"/>
              </a:spcBef>
              <a:spcAft>
                <a:spcPts val="0"/>
              </a:spcAft>
              <a:buClrTx/>
              <a:buSzPct val="90000"/>
              <a:tabLst/>
            </a:pPr>
            <a:r>
              <a:rPr lang="en-US" dirty="0"/>
              <a:t>Second level</a:t>
            </a:r>
          </a:p>
          <a:p>
            <a:pPr marL="908050" marR="0" lvl="2" indent="-457200" algn="l" defTabSz="932742" rtl="0" eaLnBrk="1" fontAlgn="auto" latinLnBrk="0" hangingPunct="1">
              <a:lnSpc>
                <a:spcPct val="90000"/>
              </a:lnSpc>
              <a:spcBef>
                <a:spcPct val="20000"/>
              </a:spcBef>
              <a:spcAft>
                <a:spcPts val="0"/>
              </a:spcAft>
              <a:buClrTx/>
              <a:buSzPct val="90000"/>
              <a:tabLst/>
            </a:pPr>
            <a:r>
              <a:rPr lang="en-US" dirty="0"/>
              <a:t>Third level</a:t>
            </a:r>
          </a:p>
          <a:p>
            <a:pPr marL="1109662" marR="0" lvl="3" indent="-457200" algn="l" defTabSz="932742" rtl="0" eaLnBrk="1" fontAlgn="auto" latinLnBrk="0" hangingPunct="1">
              <a:lnSpc>
                <a:spcPct val="90000"/>
              </a:lnSpc>
              <a:spcBef>
                <a:spcPct val="20000"/>
              </a:spcBef>
              <a:spcAft>
                <a:spcPts val="0"/>
              </a:spcAft>
              <a:buClrTx/>
              <a:buSzPct val="90000"/>
              <a:tabLst/>
            </a:pPr>
            <a:r>
              <a:rPr lang="en-US" dirty="0"/>
              <a:t>Fourth level</a:t>
            </a:r>
          </a:p>
          <a:p>
            <a:pPr marL="1311275" marR="0" lvl="4" indent="-457200" algn="l" defTabSz="932742" rtl="0" eaLnBrk="1" fontAlgn="auto" latinLnBrk="0" hangingPunct="1">
              <a:lnSpc>
                <a:spcPct val="90000"/>
              </a:lnSpc>
              <a:spcBef>
                <a:spcPct val="20000"/>
              </a:spcBef>
              <a:spcAft>
                <a:spcPts val="0"/>
              </a:spcAft>
              <a:buClrTx/>
              <a:buSzPct val="90000"/>
              <a:tabLst/>
            </a:pPr>
            <a:r>
              <a:rPr lang="en-US" dirty="0"/>
              <a:t>Fifth level</a:t>
            </a:r>
          </a:p>
        </p:txBody>
      </p:sp>
    </p:spTree>
    <p:extLst>
      <p:ext uri="{BB962C8B-B14F-4D97-AF65-F5344CB8AC3E}">
        <p14:creationId xmlns:p14="http://schemas.microsoft.com/office/powerpoint/2010/main" val="195453060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dirty="0"/>
              <a:t>Click to edit Master text styles</a:t>
            </a:r>
          </a:p>
          <a:p>
            <a:pPr marL="427038" marR="0" lvl="1" indent="-17145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Second level</a:t>
            </a:r>
          </a:p>
          <a:p>
            <a:pPr marL="639763" marR="0" lvl="2" indent="-1889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Third level</a:t>
            </a:r>
          </a:p>
          <a:p>
            <a:pPr marL="828675" marR="0" lvl="3" indent="-17621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Fourth level</a:t>
            </a:r>
          </a:p>
          <a:p>
            <a:pPr marL="1023938" marR="0" lvl="4" indent="-169863"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pPr>
            <a:r>
              <a:rPr lang="en-US" dirty="0"/>
              <a:t>Fifth level</a:t>
            </a:r>
          </a:p>
        </p:txBody>
      </p:sp>
    </p:spTree>
    <p:extLst>
      <p:ext uri="{BB962C8B-B14F-4D97-AF65-F5344CB8AC3E}">
        <p14:creationId xmlns:p14="http://schemas.microsoft.com/office/powerpoint/2010/main" val="67965013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681027781"/>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E6E6E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cstate="email">
              <a:extLst>
                <a:ext uri="{28A0092B-C50C-407E-A947-70E740481C1C}">
                  <a14:useLocalDpi xmlns:a14="http://schemas.microsoft.com/office/drawing/2010/main"/>
                </a:ext>
              </a:extLst>
            </a:blip>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endParaRPr lang="en-US" dirty="0"/>
          </a:p>
        </p:txBody>
      </p:sp>
      <p:sp>
        <p:nvSpPr>
          <p:cNvPr id="5" name="Rectangle 4"/>
          <p:cNvSpPr/>
          <p:nvPr userDrawn="1"/>
        </p:nvSpPr>
        <p:spPr bwMode="auto">
          <a:xfrm>
            <a:off x="6218237" y="4868863"/>
            <a:ext cx="5945966" cy="1828800"/>
          </a:xfrm>
          <a:prstGeom prst="rect">
            <a:avLst/>
          </a:prstGeom>
          <a:solidFill>
            <a:srgbClr val="F0525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cstate="email">
              <a:extLst>
                <a:ext uri="{28A0092B-C50C-407E-A947-70E740481C1C}">
                  <a14:useLocalDpi xmlns:a14="http://schemas.microsoft.com/office/drawing/2010/main"/>
                </a:ext>
              </a:extLst>
            </a:blip>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dirty="0"/>
              <a:t>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dirty="0"/>
              <a:t>Edit Master text styles</a:t>
            </a:r>
          </a:p>
        </p:txBody>
      </p:sp>
    </p:spTree>
    <p:extLst>
      <p:ext uri="{BB962C8B-B14F-4D97-AF65-F5344CB8AC3E}">
        <p14:creationId xmlns:p14="http://schemas.microsoft.com/office/powerpoint/2010/main" val="19376468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7962452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4050760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74406291"/>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0745424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cstate="email">
              <a:extLst>
                <a:ext uri="{28A0092B-C50C-407E-A947-70E740481C1C}">
                  <a14:useLocalDpi xmlns:a14="http://schemas.microsoft.com/office/drawing/2010/main"/>
                </a:ext>
              </a:extLst>
            </a:blip>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dirty="0"/>
              <a:t>Click icon to add picture</a:t>
            </a:r>
          </a:p>
        </p:txBody>
      </p:sp>
    </p:spTree>
    <p:extLst>
      <p:ext uri="{BB962C8B-B14F-4D97-AF65-F5344CB8AC3E}">
        <p14:creationId xmlns:p14="http://schemas.microsoft.com/office/powerpoint/2010/main" val="2667155633"/>
      </p:ext>
    </p:extLst>
  </p:cSld>
  <p:clrMapOvr>
    <a:masterClrMapping/>
  </p:clrMapOvr>
  <p:transition>
    <p:fade/>
  </p:transition>
  <p:extLst mod="1">
    <p:ext uri="{DCECCB84-F9BA-43D5-87BE-67443E8EF086}">
      <p15:sldGuideLst xmlns:p15="http://schemas.microsoft.com/office/powerpoint/2012/main">
        <p15:guide id="1" pos="342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dirty="0"/>
              <a:t>Click to edit Master title style</a:t>
            </a:r>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4925696" cy="6995160"/>
          </a:xfrm>
          <a:prstGeom prst="rect">
            <a:avLst/>
          </a:prstGeom>
        </p:spPr>
      </p:pic>
    </p:spTree>
    <p:extLst>
      <p:ext uri="{BB962C8B-B14F-4D97-AF65-F5344CB8AC3E}">
        <p14:creationId xmlns:p14="http://schemas.microsoft.com/office/powerpoint/2010/main" val="387177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420015"/>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F0525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205857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6173767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E6E6E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invGray">
          <a:xfrm>
            <a:off x="464013" y="479425"/>
            <a:ext cx="1436313" cy="306604"/>
          </a:xfrm>
          <a:prstGeom prst="rect">
            <a:avLst/>
          </a:prstGeom>
        </p:spPr>
      </p:pic>
    </p:spTree>
    <p:extLst>
      <p:ext uri="{BB962C8B-B14F-4D97-AF65-F5344CB8AC3E}">
        <p14:creationId xmlns:p14="http://schemas.microsoft.com/office/powerpoint/2010/main" val="408761204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1477246813"/>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lide">
    <p:bg bwMode="gray">
      <p:bgPr>
        <a:solidFill>
          <a:srgbClr val="F05251"/>
        </a:solidFill>
        <a:effectLst/>
      </p:bgPr>
    </p:bg>
    <p:spTree>
      <p:nvGrpSpPr>
        <p:cNvPr id="1" name=""/>
        <p:cNvGrpSpPr/>
        <p:nvPr/>
      </p:nvGrpSpPr>
      <p:grpSpPr>
        <a:xfrm>
          <a:off x="0" y="0"/>
          <a:ext cx="0" cy="0"/>
          <a:chOff x="0" y="0"/>
          <a:chExt cx="0" cy="0"/>
        </a:xfrm>
      </p:grpSpPr>
      <p:sp>
        <p:nvSpPr>
          <p:cNvPr id="10" name="Rectangle 9"/>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2280" y="6209084"/>
            <a:ext cx="1456418" cy="310896"/>
          </a:xfrm>
          <a:prstGeom prst="rect">
            <a:avLst/>
          </a:prstGeom>
        </p:spPr>
      </p:pic>
      <p:pic>
        <p:nvPicPr>
          <p:cNvPr id="16" name="Picture 15" hidden="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bwMode="black">
          <a:xfrm>
            <a:off x="459230" y="6240963"/>
            <a:ext cx="1278510" cy="274137"/>
          </a:xfrm>
          <a:prstGeom prst="rect">
            <a:avLst/>
          </a:prstGeom>
        </p:spPr>
      </p:pic>
      <p:sp>
        <p:nvSpPr>
          <p:cNvPr id="8" name="Title 1"/>
          <p:cNvSpPr>
            <a:spLocks noGrp="1"/>
          </p:cNvSpPr>
          <p:nvPr>
            <p:ph type="title" hasCustomPrompt="1"/>
          </p:nvPr>
        </p:nvSpPr>
        <p:spPr bwMode="white">
          <a:xfrm>
            <a:off x="274702" y="1679645"/>
            <a:ext cx="9143936" cy="1828786"/>
          </a:xfrm>
          <a:noFill/>
        </p:spPr>
        <p:txBody>
          <a:bodyPr lIns="146304" tIns="91440" rIns="146304" bIns="91440" anchor="t" anchorCtr="0"/>
          <a:lstStyle>
            <a:lvl1pPr>
              <a:defRPr sz="5400" spc="-100" baseline="0">
                <a:gradFill>
                  <a:gsLst>
                    <a:gs pos="100000">
                      <a:schemeClr val="tx2"/>
                    </a:gs>
                    <a:gs pos="0">
                      <a:schemeClr val="tx2"/>
                    </a:gs>
                  </a:gsLst>
                  <a:lin ang="5400000" scaled="0"/>
                </a:gradFill>
              </a:defRPr>
            </a:lvl1pPr>
          </a:lstStyle>
          <a:p>
            <a:r>
              <a:rPr lang="en-US" dirty="0"/>
              <a:t>Presentation title</a:t>
            </a:r>
          </a:p>
        </p:txBody>
      </p:sp>
      <p:sp>
        <p:nvSpPr>
          <p:cNvPr id="9" name="Text Placeholder 4"/>
          <p:cNvSpPr>
            <a:spLocks noGrp="1"/>
          </p:cNvSpPr>
          <p:nvPr>
            <p:ph type="body" sz="quarter" idx="12" hasCustomPrompt="1"/>
          </p:nvPr>
        </p:nvSpPr>
        <p:spPr bwMode="white">
          <a:xfrm>
            <a:off x="274701" y="3509753"/>
            <a:ext cx="7315137" cy="1828007"/>
          </a:xfrm>
          <a:noFill/>
        </p:spPr>
        <p:txBody>
          <a:bodyPr lIns="146304" tIns="109728" rIns="146304" bIns="109728">
            <a:noAutofit/>
          </a:bodyPr>
          <a:lstStyle>
            <a:lvl1pPr marL="0" indent="0">
              <a:spcBef>
                <a:spcPts val="0"/>
              </a:spcBef>
              <a:buNone/>
              <a:defRPr sz="3200" spc="0" baseline="0">
                <a:gradFill>
                  <a:gsLst>
                    <a:gs pos="91000">
                      <a:schemeClr val="tx1"/>
                    </a:gs>
                    <a:gs pos="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42548520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2"/>
                    </a:gs>
                    <a:gs pos="99000">
                      <a:schemeClr val="tx2"/>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911370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mp;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74638" y="1212850"/>
            <a:ext cx="11887200" cy="2025170"/>
          </a:xfrm>
        </p:spPr>
        <p:txBody>
          <a:bodyPr/>
          <a:lstStyle>
            <a:lvl1pPr marL="0" indent="0">
              <a:buNone/>
              <a:defRPr>
                <a:gradFill>
                  <a:gsLst>
                    <a:gs pos="1250">
                      <a:schemeClr val="tx1"/>
                    </a:gs>
                    <a:gs pos="9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5849545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gradFill>
                  <a:gsLst>
                    <a:gs pos="1250">
                      <a:schemeClr val="tx2"/>
                    </a:gs>
                    <a:gs pos="99000">
                      <a:schemeClr val="tx2"/>
                    </a:gs>
                  </a:gsLst>
                  <a:lin ang="5400000" scaled="0"/>
                </a:gradFill>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90682620"/>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8F8F8"/>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092881"/>
          </a:xfrm>
        </p:spPr>
        <p:txBody>
          <a:bodyPr>
            <a:spAutoFit/>
          </a:bodyPr>
          <a:lstStyle>
            <a:lvl1pPr>
              <a:defRPr sz="40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816355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Column 2-color Non-bulleted">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gradFill>
                  <a:gsLst>
                    <a:gs pos="1250">
                      <a:schemeClr val="tx2"/>
                    </a:gs>
                    <a:gs pos="99000">
                      <a:schemeClr val="tx2"/>
                    </a:gs>
                  </a:gsLst>
                  <a:lin ang="5400000" scaled="0"/>
                </a:gradFill>
              </a:defRPr>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463820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wo Column Non-bulleted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1914370"/>
          </a:xfrm>
        </p:spPr>
        <p:txBody>
          <a:bodyPr wrap="square">
            <a:spAutoFit/>
          </a:bodyPr>
          <a:lstStyle>
            <a:lvl1pPr marL="0" indent="0">
              <a:spcBef>
                <a:spcPts val="1224"/>
              </a:spcBef>
              <a:buClr>
                <a:schemeClr val="tx1"/>
              </a:buClr>
              <a:buFont typeface="Wingdings" pitchFamily="2" charset="2"/>
              <a:buNone/>
              <a:defRPr sz="32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07200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2"/>
              </a:buClr>
              <a:buFont typeface="Arial" pitchFamily="34" charset="0"/>
              <a:buChar char="•"/>
              <a:defRPr sz="3200">
                <a:gradFill>
                  <a:gsLst>
                    <a:gs pos="1250">
                      <a:schemeClr val="tx2"/>
                    </a:gs>
                    <a:gs pos="99000">
                      <a:schemeClr val="tx2"/>
                    </a:gs>
                  </a:gsLst>
                  <a:lin ang="5400000" scaled="0"/>
                </a:gradFill>
              </a:defRPr>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119692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 Bullet tex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2849"/>
            <a:ext cx="5486399" cy="2425279"/>
          </a:xfrm>
        </p:spPr>
        <p:txBody>
          <a:bodyPr wrap="square">
            <a:spAutoFit/>
          </a:bodyPr>
          <a:lstStyle>
            <a:lvl1pPr marL="287338" indent="-287338">
              <a:spcBef>
                <a:spcPts val="1224"/>
              </a:spcBef>
              <a:buClr>
                <a:schemeClr val="tx1"/>
              </a:buClr>
              <a:buFont typeface="Arial" pitchFamily="34" charset="0"/>
              <a:buChar char="•"/>
              <a:defRPr sz="32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0988944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56436728"/>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ustomer Evidence Slide">
    <p:bg bwMode="gray">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gradFill>
                  <a:gsLst>
                    <a:gs pos="18584">
                      <a:schemeClr val="tx2"/>
                    </a:gs>
                    <a:gs pos="57000">
                      <a:schemeClr val="tx2"/>
                    </a:gs>
                  </a:gsLst>
                  <a:lin ang="5400000" scaled="0"/>
                </a:gradFill>
              </a:defRPr>
            </a:lvl1pPr>
          </a:lstStyle>
          <a:p>
            <a:r>
              <a:rPr lang="en-US" dirty="0"/>
              <a:t>Customer evidence slide</a:t>
            </a:r>
          </a:p>
        </p:txBody>
      </p:sp>
      <p:sp>
        <p:nvSpPr>
          <p:cNvPr id="4" name="Picture Placeholder 3"/>
          <p:cNvSpPr>
            <a:spLocks noGrp="1"/>
          </p:cNvSpPr>
          <p:nvPr>
            <p:ph type="pic" sz="quarter" idx="10"/>
          </p:nvPr>
        </p:nvSpPr>
        <p:spPr bwMode="gray">
          <a:xfrm>
            <a:off x="274638" y="1434069"/>
            <a:ext cx="5486400" cy="1827214"/>
          </a:xfrm>
          <a:blipFill>
            <a:blip r:embed="rId2" cstate="email">
              <a:extLst>
                <a:ext uri="{28A0092B-C50C-407E-A947-70E740481C1C}">
                  <a14:useLocalDpi xmlns:a14="http://schemas.microsoft.com/office/drawing/2010/main"/>
                </a:ext>
              </a:extLst>
            </a:blip>
            <a:stretch>
              <a:fillRect/>
            </a:stretch>
          </a:blipFill>
        </p:spPr>
        <p:txBody>
          <a:bodyPr lIns="182880" tIns="146304" rIns="182880" bIns="146304">
            <a:noAutofit/>
          </a:bodyPr>
          <a:lstStyle>
            <a:lvl1pPr marL="0" indent="0">
              <a:buNone/>
              <a:defRPr lang="en-US" sz="2400" kern="1200" spc="0" baseline="0" dirty="0">
                <a:noFill/>
                <a:latin typeface="+mn-lt"/>
                <a:ea typeface="+mn-ea"/>
                <a:cs typeface="+mn-cs"/>
              </a:defRPr>
            </a:lvl1pPr>
            <a:lvl2pP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a:t>Drag picture to placeholder or click icon to add</a:t>
            </a:r>
            <a:endParaRPr lang="en-US" dirty="0"/>
          </a:p>
        </p:txBody>
      </p:sp>
      <p:sp>
        <p:nvSpPr>
          <p:cNvPr id="5" name="Rectangle 4"/>
          <p:cNvSpPr/>
          <p:nvPr userDrawn="1"/>
        </p:nvSpPr>
        <p:spPr bwMode="auto">
          <a:xfrm>
            <a:off x="6218237" y="4868863"/>
            <a:ext cx="5945966" cy="1828800"/>
          </a:xfrm>
          <a:prstGeom prst="rect">
            <a:avLst/>
          </a:prstGeom>
          <a:solidFill>
            <a:srgbClr val="F0525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182880" tIns="146304" rIns="182880" bIns="146304"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5439">
                    <a:srgbClr val="F8F8F8"/>
                  </a:gs>
                  <a:gs pos="10000">
                    <a:srgbClr val="F8F8F8"/>
                  </a:gs>
                </a:gsLst>
                <a:lin ang="5400000" scaled="0"/>
              </a:gradFill>
            </a:endParaRPr>
          </a:p>
        </p:txBody>
      </p:sp>
      <p:sp>
        <p:nvSpPr>
          <p:cNvPr id="6" name="Picture Placeholder 3"/>
          <p:cNvSpPr>
            <a:spLocks noGrp="1"/>
          </p:cNvSpPr>
          <p:nvPr>
            <p:ph type="pic" sz="quarter" idx="11" hasCustomPrompt="1"/>
          </p:nvPr>
        </p:nvSpPr>
        <p:spPr bwMode="gray">
          <a:xfrm>
            <a:off x="6218237" y="1434069"/>
            <a:ext cx="5943601" cy="3433208"/>
          </a:xfrm>
          <a:blipFill>
            <a:blip r:embed="rId3" cstate="email">
              <a:extLst>
                <a:ext uri="{28A0092B-C50C-407E-A947-70E740481C1C}">
                  <a14:useLocalDpi xmlns:a14="http://schemas.microsoft.com/office/drawing/2010/main"/>
                </a:ext>
              </a:extLst>
            </a:blip>
            <a:stretch>
              <a:fillRect/>
            </a:stretch>
          </a:blipFill>
        </p:spPr>
        <p:txBody>
          <a:bodyPr lIns="182880" tIns="146304" rIns="182880" bIns="146304">
            <a:noAutofit/>
          </a:bodyPr>
          <a:lstStyle>
            <a:lvl1pPr marL="0" indent="0">
              <a:buNone/>
              <a:defRPr lang="en-US" sz="2400" kern="1200" spc="0" baseline="0" dirty="0">
                <a:gradFill>
                  <a:gsLst>
                    <a:gs pos="1250">
                      <a:schemeClr val="tx1"/>
                    </a:gs>
                    <a:gs pos="100000">
                      <a:schemeClr val="tx1"/>
                    </a:gs>
                  </a:gsLst>
                  <a:lin ang="5400000" scaled="0"/>
                </a:gradFill>
                <a:latin typeface="+mn-lt"/>
                <a:ea typeface="+mn-ea"/>
                <a:cs typeface="+mn-cs"/>
              </a:defRPr>
            </a:lvl1pPr>
            <a:lvl2pPr algn="ctr">
              <a:defRPr lang="en-US" sz="2400" kern="1200" spc="0" baseline="0" dirty="0">
                <a:gradFill>
                  <a:gsLst>
                    <a:gs pos="1250">
                      <a:schemeClr val="tx1"/>
                    </a:gs>
                    <a:gs pos="100000">
                      <a:schemeClr val="tx1"/>
                    </a:gs>
                  </a:gsLst>
                  <a:lin ang="5400000" scaled="0"/>
                </a:gradFill>
                <a:latin typeface="+mn-lt"/>
                <a:ea typeface="+mn-ea"/>
                <a:cs typeface="+mn-cs"/>
              </a:defRPr>
            </a:lvl2pPr>
          </a:lstStyle>
          <a:p>
            <a:pPr marL="0" marR="0" lvl="0" indent="0" algn="l" defTabSz="932742" rtl="0" eaLnBrk="1" fontAlgn="auto" latinLnBrk="0" hangingPunct="1">
              <a:lnSpc>
                <a:spcPct val="90000"/>
              </a:lnSpc>
              <a:spcBef>
                <a:spcPct val="20000"/>
              </a:spcBef>
              <a:spcAft>
                <a:spcPts val="0"/>
              </a:spcAft>
              <a:buClrTx/>
              <a:buSzPct val="90000"/>
              <a:buFont typeface="Arial" pitchFamily="34" charset="0"/>
              <a:buNone/>
              <a:tabLst/>
            </a:pPr>
            <a:r>
              <a:rPr lang="en-US" dirty="0"/>
              <a:t>Your image here</a:t>
            </a:r>
          </a:p>
        </p:txBody>
      </p:sp>
      <p:cxnSp>
        <p:nvCxnSpPr>
          <p:cNvPr id="7" name="Straight Connector 6"/>
          <p:cNvCxnSpPr/>
          <p:nvPr userDrawn="1"/>
        </p:nvCxnSpPr>
        <p:spPr>
          <a:xfrm>
            <a:off x="5989638" y="1836883"/>
            <a:ext cx="0" cy="4754828"/>
          </a:xfrm>
          <a:prstGeom prst="line">
            <a:avLst/>
          </a:prstGeom>
          <a:ln w="3175">
            <a:solidFill>
              <a:schemeClr val="tx1">
                <a:alpha val="2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2"/>
          </p:nvPr>
        </p:nvSpPr>
        <p:spPr>
          <a:xfrm>
            <a:off x="274638" y="3260725"/>
            <a:ext cx="5486400" cy="3436938"/>
          </a:xfrm>
        </p:spPr>
        <p:txBody>
          <a:bodyPr lIns="182880" tIns="146304" rIns="182880" bIns="146304">
            <a:noAutofit/>
          </a:bodyPr>
          <a:lstStyle>
            <a:lvl1pPr marL="0" indent="0">
              <a:buNone/>
              <a:defRPr sz="2400">
                <a:latin typeface="+mn-lt"/>
              </a:defRPr>
            </a:lvl1pPr>
          </a:lstStyle>
          <a:p>
            <a:pPr lvl="0"/>
            <a:r>
              <a:rPr lang="en-US"/>
              <a:t>Click to edit Master text styles</a:t>
            </a:r>
          </a:p>
        </p:txBody>
      </p:sp>
      <p:sp>
        <p:nvSpPr>
          <p:cNvPr id="15" name="Text Placeholder 14"/>
          <p:cNvSpPr>
            <a:spLocks noGrp="1"/>
          </p:cNvSpPr>
          <p:nvPr>
            <p:ph type="body" sz="quarter" idx="13"/>
          </p:nvPr>
        </p:nvSpPr>
        <p:spPr>
          <a:xfrm>
            <a:off x="6218238" y="4868863"/>
            <a:ext cx="5943600" cy="1827214"/>
          </a:xfrm>
        </p:spPr>
        <p:txBody>
          <a:bodyPr lIns="182880" tIns="146304" rIns="182880" bIns="146304" anchor="ctr">
            <a:noAutofit/>
          </a:bodyPr>
          <a:lstStyle>
            <a:lvl1pPr marL="0" indent="0" algn="ctr">
              <a:buNone/>
              <a:defRPr sz="3200">
                <a:gradFill>
                  <a:gsLst>
                    <a:gs pos="27434">
                      <a:srgbClr val="FFFFFF"/>
                    </a:gs>
                    <a:gs pos="54000">
                      <a:srgbClr val="FFFFFF"/>
                    </a:gs>
                  </a:gsLst>
                  <a:lin ang="5400000" scaled="0"/>
                </a:gradFill>
                <a:latin typeface="+mj-lt"/>
              </a:defRPr>
            </a:lvl1pPr>
          </a:lstStyle>
          <a:p>
            <a:pPr lvl="0"/>
            <a:r>
              <a:rPr lang="en-US"/>
              <a:t>Click to edit Master text styles</a:t>
            </a:r>
          </a:p>
        </p:txBody>
      </p:sp>
    </p:spTree>
    <p:extLst>
      <p:ext uri="{BB962C8B-B14F-4D97-AF65-F5344CB8AC3E}">
        <p14:creationId xmlns:p14="http://schemas.microsoft.com/office/powerpoint/2010/main" val="4112745383"/>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8299" cy="1181862"/>
          </a:xfrm>
          <a:noFill/>
        </p:spPr>
        <p:txBody>
          <a:bodyPr wrap="square" tIns="91440" bIns="91440" anchor="t" anchorCtr="0">
            <a:spAutoFit/>
          </a:bodyPr>
          <a:lstStyle>
            <a:lvl1pPr>
              <a:defRPr sz="7200" spc="-100" baseline="0">
                <a:gradFill>
                  <a:gsLst>
                    <a:gs pos="8850">
                      <a:schemeClr val="tx1"/>
                    </a:gs>
                    <a:gs pos="23894">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8229599" cy="738664"/>
          </a:xfrm>
          <a:noFill/>
        </p:spPr>
        <p:txBody>
          <a:bodyPr wrap="square" lIns="182880" tIns="146304" rIns="182880" bIns="146304">
            <a:spAutoFit/>
          </a:bodyPr>
          <a:lstStyle>
            <a:lvl1pPr marL="0" indent="0">
              <a:spcBef>
                <a:spcPts val="0"/>
              </a:spcBef>
              <a:buNone/>
              <a:defRPr sz="3200" spc="0" baseline="0">
                <a:gradFill>
                  <a:gsLst>
                    <a:gs pos="8850">
                      <a:schemeClr val="tx1"/>
                    </a:gs>
                    <a:gs pos="23894">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167328039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1209973"/>
            <a:ext cx="8229599" cy="1181862"/>
          </a:xfrm>
          <a:noFill/>
        </p:spPr>
        <p:txBody>
          <a:bodyPr wrap="square" tIns="91440" bIns="91440" anchor="t" anchorCtr="0">
            <a:spAutoFit/>
          </a:bodyPr>
          <a:lstStyle>
            <a:lvl1pPr>
              <a:defRPr sz="7200" spc="-100" baseline="0">
                <a:gradFill>
                  <a:gsLst>
                    <a:gs pos="10619">
                      <a:schemeClr val="tx1"/>
                    </a:gs>
                    <a:gs pos="26549">
                      <a:schemeClr val="tx1"/>
                    </a:gs>
                  </a:gsLst>
                  <a:lin ang="5400000" scaled="0"/>
                </a:gradFill>
              </a:defRPr>
            </a:lvl1pPr>
          </a:lstStyle>
          <a:p>
            <a:r>
              <a:rPr lang="en-US" dirty="0"/>
              <a:t>Video title</a:t>
            </a:r>
          </a:p>
        </p:txBody>
      </p:sp>
    </p:spTree>
    <p:extLst>
      <p:ext uri="{BB962C8B-B14F-4D97-AF65-F5344CB8AC3E}">
        <p14:creationId xmlns:p14="http://schemas.microsoft.com/office/powerpoint/2010/main" val="31005939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68547407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93102244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0-50 Right Photo Layout">
    <p:bg>
      <p:bgPr>
        <a:solidFill>
          <a:srgbClr val="F8F8F8"/>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2012859"/>
          </a:xfrm>
        </p:spPr>
        <p:txBody>
          <a:bodyPr>
            <a:spAutoFit/>
          </a:bodyPr>
          <a:lstStyle>
            <a:lvl1pPr>
              <a:defRPr sz="6600" baseline="0">
                <a:gradFill>
                  <a:gsLst>
                    <a:gs pos="1250">
                      <a:schemeClr val="tx1"/>
                    </a:gs>
                    <a:gs pos="100000">
                      <a:schemeClr val="tx1"/>
                    </a:gs>
                  </a:gsLst>
                  <a:lin ang="5400000" scaled="0"/>
                </a:gradFill>
              </a:defRPr>
            </a:lvl1pPr>
          </a:lstStyle>
          <a:p>
            <a:r>
              <a:rPr lang="en-US" dirty="0"/>
              <a:t>50/50 photo layout</a:t>
            </a:r>
          </a:p>
        </p:txBody>
      </p:sp>
      <p:sp>
        <p:nvSpPr>
          <p:cNvPr id="5" name="Picture Placeholder 4"/>
          <p:cNvSpPr>
            <a:spLocks noGrp="1"/>
          </p:cNvSpPr>
          <p:nvPr>
            <p:ph type="pic" sz="quarter" idx="10"/>
          </p:nvPr>
        </p:nvSpPr>
        <p:spPr bwMode="ltGray">
          <a:xfrm>
            <a:off x="6219825" y="0"/>
            <a:ext cx="6216650" cy="6992587"/>
          </a:xfrm>
          <a:blipFill>
            <a:blip r:embed="rId2" cstate="email">
              <a:extLst>
                <a:ext uri="{28A0092B-C50C-407E-A947-70E740481C1C}">
                  <a14:useLocalDpi xmlns:a14="http://schemas.microsoft.com/office/drawing/2010/main"/>
                </a:ext>
              </a:extLst>
            </a:blip>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Drag picture to placeholder or click icon to add</a:t>
            </a:r>
            <a:endParaRPr lang="en-US" dirty="0"/>
          </a:p>
        </p:txBody>
      </p:sp>
    </p:spTree>
    <p:extLst>
      <p:ext uri="{BB962C8B-B14F-4D97-AF65-F5344CB8AC3E}">
        <p14:creationId xmlns:p14="http://schemas.microsoft.com/office/powerpoint/2010/main" val="3245161135"/>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F0525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107962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42325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34655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58460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814563"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1050997"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4734086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losing logo slide_color">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8" y="6294476"/>
            <a:ext cx="11887199" cy="403187"/>
          </a:xfrm>
          <a:prstGeom prst="rect">
            <a:avLst/>
          </a:prstGeom>
          <a:noFill/>
          <a:ln w="12700">
            <a:noFill/>
            <a:miter lim="800000"/>
            <a:headEnd type="none" w="sm" len="sm"/>
            <a:tailEnd type="none" w="sm" len="sm"/>
          </a:ln>
          <a:effectLst/>
        </p:spPr>
        <p:txBody>
          <a:bodyPr vert="horz" wrap="square" lIns="182880" tIns="146304" rIns="182880" bIns="146304"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2016 Microsoft Corporation. All rights reserved. </a:t>
            </a:r>
          </a:p>
        </p:txBody>
      </p:sp>
      <p:pic>
        <p:nvPicPr>
          <p:cNvPr id="5" name="Picture 4"/>
          <p:cNvPicPr>
            <a:picLocks noChangeAspect="1"/>
          </p:cNvPicPr>
          <p:nvPr userDrawn="1"/>
        </p:nvPicPr>
        <p:blipFill rotWithShape="1">
          <a:blip r:embed="rId2" cstate="email">
            <a:extLst>
              <a:ext uri="{28A0092B-C50C-407E-A947-70E740481C1C}">
                <a14:useLocalDpi xmlns:a14="http://schemas.microsoft.com/office/drawing/2010/main"/>
              </a:ext>
            </a:extLst>
          </a:blip>
          <a:srcRect b="1380"/>
          <a:stretch/>
        </p:blipFill>
        <p:spPr bwMode="invGray">
          <a:xfrm>
            <a:off x="457200" y="479425"/>
            <a:ext cx="1449939" cy="306604"/>
          </a:xfrm>
          <a:prstGeom prst="rect">
            <a:avLst/>
          </a:prstGeom>
        </p:spPr>
      </p:pic>
    </p:spTree>
    <p:extLst>
      <p:ext uri="{BB962C8B-B14F-4D97-AF65-F5344CB8AC3E}">
        <p14:creationId xmlns:p14="http://schemas.microsoft.com/office/powerpoint/2010/main" val="104598443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43492211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Blank">
    <p:bg>
      <p:bgRef idx="1001">
        <a:schemeClr val="bg2"/>
      </p:bgRef>
    </p:bg>
    <p:spTree>
      <p:nvGrpSpPr>
        <p:cNvPr id="1" name=""/>
        <p:cNvGrpSpPr/>
        <p:nvPr/>
      </p:nvGrpSpPr>
      <p:grpSpPr>
        <a:xfrm>
          <a:off x="0" y="0"/>
          <a:ext cx="0" cy="0"/>
          <a:chOff x="0" y="0"/>
          <a:chExt cx="0" cy="0"/>
        </a:xfrm>
      </p:grpSpPr>
      <p:sp>
        <p:nvSpPr>
          <p:cNvPr id="3" name="Rectangle 2"/>
          <p:cNvSpPr/>
          <p:nvPr userDrawn="1"/>
        </p:nvSpPr>
        <p:spPr bwMode="auto">
          <a:xfrm>
            <a:off x="882" y="6529422"/>
            <a:ext cx="12434711" cy="479744"/>
          </a:xfrm>
          <a:prstGeom prst="rect">
            <a:avLst/>
          </a:prstGeom>
          <a:solidFill>
            <a:schemeClr val="tx2"/>
          </a:solidFill>
          <a:ln w="10795" cap="flat" cmpd="sng" algn="ctr">
            <a:noFill/>
            <a:prstDash val="solid"/>
            <a:headEnd type="none" w="med" len="med"/>
            <a:tailEnd type="none" w="med" len="med"/>
          </a:ln>
          <a:effectLst/>
        </p:spPr>
        <p:txBody>
          <a:bodyPr vert="horz" wrap="square" lIns="0" tIns="45713" rIns="0" bIns="45713" numCol="1" rtlCol="0" anchor="ctr" anchorCtr="0" compatLnSpc="1">
            <a:prstTxWarp prst="textNoShape">
              <a:avLst/>
            </a:prstTxWarp>
          </a:bodyPr>
          <a:lstStyle/>
          <a:p>
            <a:pPr algn="ctr" defTabSz="913926" fontAlgn="base">
              <a:spcBef>
                <a:spcPct val="0"/>
              </a:spcBef>
              <a:spcAft>
                <a:spcPct val="0"/>
              </a:spcAft>
              <a:defRPr/>
            </a:pPr>
            <a:endParaRPr lang="en-US" sz="1764" kern="0" dirty="0">
              <a:gradFill>
                <a:gsLst>
                  <a:gs pos="0">
                    <a:srgbClr val="FFFFFF"/>
                  </a:gs>
                  <a:gs pos="100000">
                    <a:srgbClr val="FFFFFF"/>
                  </a:gs>
                </a:gsLst>
                <a:lin ang="5400000" scaled="0"/>
              </a:gradFill>
            </a:endParaRPr>
          </a:p>
        </p:txBody>
      </p:sp>
      <p:pic>
        <p:nvPicPr>
          <p:cNvPr id="4" name="Picture 3"/>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1018837" y="6529422"/>
            <a:ext cx="1314642" cy="479744"/>
          </a:xfrm>
          <a:prstGeom prst="rect">
            <a:avLst/>
          </a:prstGeom>
        </p:spPr>
      </p:pic>
    </p:spTree>
    <p:extLst>
      <p:ext uri="{BB962C8B-B14F-4D97-AF65-F5344CB8AC3E}">
        <p14:creationId xmlns:p14="http://schemas.microsoft.com/office/powerpoint/2010/main" val="57259687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Blank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769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Box 3"/>
          <p:cNvSpPr txBox="1"/>
          <p:nvPr userDrawn="1"/>
        </p:nvSpPr>
        <p:spPr>
          <a:xfrm>
            <a:off x="5575978" y="6516235"/>
            <a:ext cx="1284519" cy="295466"/>
          </a:xfrm>
          <a:prstGeom prst="rect">
            <a:avLst/>
          </a:prstGeom>
          <a:noFill/>
        </p:spPr>
        <p:txBody>
          <a:bodyPr wrap="none" lIns="146304" tIns="91440" rIns="146304" bIns="91440" rtlCol="0">
            <a:spAutoFit/>
          </a:bodyPr>
          <a:lstStyle>
            <a:defPPr>
              <a:defRPr lang="en-US"/>
            </a:defPPr>
            <a:lvl1pPr>
              <a:lnSpc>
                <a:spcPct val="90000"/>
              </a:lnSpc>
              <a:spcAft>
                <a:spcPts val="0"/>
              </a:spcAft>
              <a:defRPr sz="800">
                <a:gradFill>
                  <a:gsLst>
                    <a:gs pos="4192">
                      <a:schemeClr val="bg1"/>
                    </a:gs>
                    <a:gs pos="12000">
                      <a:schemeClr val="bg1"/>
                    </a:gs>
                  </a:gsLst>
                  <a:lin ang="5400000" scaled="0"/>
                </a:gradFill>
              </a:defRPr>
            </a:lvl1pPr>
          </a:lstStyle>
          <a:p>
            <a:pPr lvl="0"/>
            <a:r>
              <a:rPr lang="en-US" dirty="0">
                <a:gradFill>
                  <a:gsLst>
                    <a:gs pos="10359">
                      <a:schemeClr val="tx1"/>
                    </a:gs>
                    <a:gs pos="30000">
                      <a:schemeClr val="tx1"/>
                    </a:gs>
                  </a:gsLst>
                  <a:lin ang="5400000" scaled="0"/>
                </a:gradFill>
              </a:rPr>
              <a:t>http://dev.office.com/</a:t>
            </a:r>
          </a:p>
        </p:txBody>
      </p:sp>
      <p:sp>
        <p:nvSpPr>
          <p:cNvPr id="5" name="Freeform 4"/>
          <p:cNvSpPr>
            <a:spLocks noChangeAspect="1" noEditPoints="1"/>
          </p:cNvSpPr>
          <p:nvPr userDrawn="1"/>
        </p:nvSpPr>
        <p:spPr bwMode="black">
          <a:xfrm>
            <a:off x="436563" y="6474368"/>
            <a:ext cx="1009852" cy="223295"/>
          </a:xfrm>
          <a:custGeom>
            <a:avLst/>
            <a:gdLst>
              <a:gd name="T0" fmla="*/ 477 w 1529"/>
              <a:gd name="T1" fmla="*/ 273 h 336"/>
              <a:gd name="T2" fmla="*/ 394 w 1529"/>
              <a:gd name="T3" fmla="*/ 115 h 336"/>
              <a:gd name="T4" fmla="*/ 561 w 1529"/>
              <a:gd name="T5" fmla="*/ 113 h 336"/>
              <a:gd name="T6" fmla="*/ 479 w 1529"/>
              <a:gd name="T7" fmla="*/ 85 h 336"/>
              <a:gd name="T8" fmla="*/ 416 w 1529"/>
              <a:gd name="T9" fmla="*/ 212 h 336"/>
              <a:gd name="T10" fmla="*/ 548 w 1529"/>
              <a:gd name="T11" fmla="*/ 169 h 336"/>
              <a:gd name="T12" fmla="*/ 635 w 1529"/>
              <a:gd name="T13" fmla="*/ 125 h 336"/>
              <a:gd name="T14" fmla="*/ 635 w 1529"/>
              <a:gd name="T15" fmla="*/ 269 h 336"/>
              <a:gd name="T16" fmla="*/ 587 w 1529"/>
              <a:gd name="T17" fmla="*/ 125 h 336"/>
              <a:gd name="T18" fmla="*/ 658 w 1529"/>
              <a:gd name="T19" fmla="*/ 53 h 336"/>
              <a:gd name="T20" fmla="*/ 739 w 1529"/>
              <a:gd name="T21" fmla="*/ 73 h 336"/>
              <a:gd name="T22" fmla="*/ 748 w 1529"/>
              <a:gd name="T23" fmla="*/ 145 h 336"/>
              <a:gd name="T24" fmla="*/ 691 w 1529"/>
              <a:gd name="T25" fmla="*/ 145 h 336"/>
              <a:gd name="T26" fmla="*/ 691 w 1529"/>
              <a:gd name="T27" fmla="*/ 102 h 336"/>
              <a:gd name="T28" fmla="*/ 754 w 1529"/>
              <a:gd name="T29" fmla="*/ 76 h 336"/>
              <a:gd name="T30" fmla="*/ 771 w 1529"/>
              <a:gd name="T31" fmla="*/ 85 h 336"/>
              <a:gd name="T32" fmla="*/ 792 w 1529"/>
              <a:gd name="T33" fmla="*/ 63 h 336"/>
              <a:gd name="T34" fmla="*/ 769 w 1529"/>
              <a:gd name="T35" fmla="*/ 125 h 336"/>
              <a:gd name="T36" fmla="*/ 885 w 1529"/>
              <a:gd name="T37" fmla="*/ 273 h 336"/>
              <a:gd name="T38" fmla="*/ 837 w 1529"/>
              <a:gd name="T39" fmla="*/ 143 h 336"/>
              <a:gd name="T40" fmla="*/ 890 w 1529"/>
              <a:gd name="T41" fmla="*/ 141 h 336"/>
              <a:gd name="T42" fmla="*/ 889 w 1529"/>
              <a:gd name="T43" fmla="*/ 253 h 336"/>
              <a:gd name="T44" fmla="*/ 964 w 1529"/>
              <a:gd name="T45" fmla="*/ 203 h 336"/>
              <a:gd name="T46" fmla="*/ 1056 w 1529"/>
              <a:gd name="T47" fmla="*/ 259 h 336"/>
              <a:gd name="T48" fmla="*/ 949 w 1529"/>
              <a:gd name="T49" fmla="*/ 159 h 336"/>
              <a:gd name="T50" fmla="*/ 1066 w 1529"/>
              <a:gd name="T51" fmla="*/ 191 h 336"/>
              <a:gd name="T52" fmla="*/ 1006 w 1529"/>
              <a:gd name="T53" fmla="*/ 141 h 336"/>
              <a:gd name="T54" fmla="*/ 1241 w 1529"/>
              <a:gd name="T55" fmla="*/ 212 h 336"/>
              <a:gd name="T56" fmla="*/ 1125 w 1529"/>
              <a:gd name="T57" fmla="*/ 237 h 336"/>
              <a:gd name="T58" fmla="*/ 1161 w 1529"/>
              <a:gd name="T59" fmla="*/ 175 h 336"/>
              <a:gd name="T60" fmla="*/ 1210 w 1529"/>
              <a:gd name="T61" fmla="*/ 118 h 336"/>
              <a:gd name="T62" fmla="*/ 1178 w 1529"/>
              <a:gd name="T63" fmla="*/ 64 h 336"/>
              <a:gd name="T64" fmla="*/ 1194 w 1529"/>
              <a:gd name="T65" fmla="*/ 164 h 336"/>
              <a:gd name="T66" fmla="*/ 1385 w 1529"/>
              <a:gd name="T67" fmla="*/ 240 h 336"/>
              <a:gd name="T68" fmla="*/ 1265 w 1529"/>
              <a:gd name="T69" fmla="*/ 181 h 336"/>
              <a:gd name="T70" fmla="*/ 1381 w 1529"/>
              <a:gd name="T71" fmla="*/ 70 h 336"/>
              <a:gd name="T72" fmla="*/ 1289 w 1529"/>
              <a:gd name="T73" fmla="*/ 172 h 336"/>
              <a:gd name="T74" fmla="*/ 1393 w 1529"/>
              <a:gd name="T75" fmla="*/ 205 h 336"/>
              <a:gd name="T76" fmla="*/ 1302 w 1529"/>
              <a:gd name="T77" fmla="*/ 175 h 336"/>
              <a:gd name="T78" fmla="*/ 1359 w 1529"/>
              <a:gd name="T79" fmla="*/ 241 h 336"/>
              <a:gd name="T80" fmla="*/ 1457 w 1529"/>
              <a:gd name="T81" fmla="*/ 273 h 336"/>
              <a:gd name="T82" fmla="*/ 1492 w 1529"/>
              <a:gd name="T83" fmla="*/ 241 h 336"/>
              <a:gd name="T84" fmla="*/ 1419 w 1529"/>
              <a:gd name="T85" fmla="*/ 169 h 336"/>
              <a:gd name="T86" fmla="*/ 1446 w 1529"/>
              <a:gd name="T87" fmla="*/ 88 h 336"/>
              <a:gd name="T88" fmla="*/ 1529 w 1529"/>
              <a:gd name="T89" fmla="*/ 208 h 336"/>
              <a:gd name="T90" fmla="*/ 180 w 1529"/>
              <a:gd name="T91" fmla="*/ 0 h 336"/>
              <a:gd name="T92" fmla="*/ 61 w 1529"/>
              <a:gd name="T93" fmla="*/ 246 h 336"/>
              <a:gd name="T94" fmla="*/ 0 w 1529"/>
              <a:gd name="T95" fmla="*/ 270 h 336"/>
              <a:gd name="T96" fmla="*/ 281 w 1529"/>
              <a:gd name="T97" fmla="*/ 308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529" h="336">
                <a:moveTo>
                  <a:pt x="573" y="166"/>
                </a:moveTo>
                <a:cubicBezTo>
                  <a:pt x="573" y="187"/>
                  <a:pt x="569" y="206"/>
                  <a:pt x="561" y="222"/>
                </a:cubicBezTo>
                <a:cubicBezTo>
                  <a:pt x="553" y="239"/>
                  <a:pt x="542" y="251"/>
                  <a:pt x="528" y="260"/>
                </a:cubicBezTo>
                <a:cubicBezTo>
                  <a:pt x="513" y="268"/>
                  <a:pt x="496" y="273"/>
                  <a:pt x="477" y="273"/>
                </a:cubicBezTo>
                <a:cubicBezTo>
                  <a:pt x="458" y="273"/>
                  <a:pt x="442" y="269"/>
                  <a:pt x="428" y="260"/>
                </a:cubicBezTo>
                <a:cubicBezTo>
                  <a:pt x="413" y="252"/>
                  <a:pt x="402" y="240"/>
                  <a:pt x="394" y="224"/>
                </a:cubicBezTo>
                <a:cubicBezTo>
                  <a:pt x="386" y="208"/>
                  <a:pt x="382" y="191"/>
                  <a:pt x="382" y="171"/>
                </a:cubicBezTo>
                <a:cubicBezTo>
                  <a:pt x="382" y="150"/>
                  <a:pt x="386" y="131"/>
                  <a:pt x="394" y="115"/>
                </a:cubicBezTo>
                <a:cubicBezTo>
                  <a:pt x="402" y="98"/>
                  <a:pt x="414" y="86"/>
                  <a:pt x="429" y="77"/>
                </a:cubicBezTo>
                <a:cubicBezTo>
                  <a:pt x="444" y="69"/>
                  <a:pt x="461" y="64"/>
                  <a:pt x="480" y="64"/>
                </a:cubicBezTo>
                <a:cubicBezTo>
                  <a:pt x="498" y="64"/>
                  <a:pt x="514" y="68"/>
                  <a:pt x="529" y="77"/>
                </a:cubicBezTo>
                <a:cubicBezTo>
                  <a:pt x="543" y="86"/>
                  <a:pt x="554" y="98"/>
                  <a:pt x="561" y="113"/>
                </a:cubicBezTo>
                <a:cubicBezTo>
                  <a:pt x="569" y="128"/>
                  <a:pt x="573" y="146"/>
                  <a:pt x="573" y="166"/>
                </a:cubicBezTo>
                <a:close/>
                <a:moveTo>
                  <a:pt x="548" y="169"/>
                </a:moveTo>
                <a:cubicBezTo>
                  <a:pt x="548" y="143"/>
                  <a:pt x="542" y="122"/>
                  <a:pt x="530" y="108"/>
                </a:cubicBezTo>
                <a:cubicBezTo>
                  <a:pt x="518" y="93"/>
                  <a:pt x="500" y="85"/>
                  <a:pt x="479" y="85"/>
                </a:cubicBezTo>
                <a:cubicBezTo>
                  <a:pt x="465" y="85"/>
                  <a:pt x="452" y="89"/>
                  <a:pt x="441" y="96"/>
                </a:cubicBezTo>
                <a:cubicBezTo>
                  <a:pt x="431" y="103"/>
                  <a:pt x="422" y="113"/>
                  <a:pt x="416" y="126"/>
                </a:cubicBezTo>
                <a:cubicBezTo>
                  <a:pt x="410" y="139"/>
                  <a:pt x="407" y="153"/>
                  <a:pt x="407" y="169"/>
                </a:cubicBezTo>
                <a:cubicBezTo>
                  <a:pt x="407" y="185"/>
                  <a:pt x="410" y="199"/>
                  <a:pt x="416" y="212"/>
                </a:cubicBezTo>
                <a:cubicBezTo>
                  <a:pt x="422" y="224"/>
                  <a:pt x="430" y="234"/>
                  <a:pt x="440" y="241"/>
                </a:cubicBezTo>
                <a:cubicBezTo>
                  <a:pt x="451" y="248"/>
                  <a:pt x="463" y="251"/>
                  <a:pt x="477" y="251"/>
                </a:cubicBezTo>
                <a:cubicBezTo>
                  <a:pt x="499" y="251"/>
                  <a:pt x="517" y="244"/>
                  <a:pt x="529" y="229"/>
                </a:cubicBezTo>
                <a:cubicBezTo>
                  <a:pt x="542" y="215"/>
                  <a:pt x="548" y="195"/>
                  <a:pt x="548" y="169"/>
                </a:cubicBezTo>
                <a:close/>
                <a:moveTo>
                  <a:pt x="674" y="76"/>
                </a:moveTo>
                <a:cubicBezTo>
                  <a:pt x="670" y="74"/>
                  <a:pt x="665" y="73"/>
                  <a:pt x="659" y="73"/>
                </a:cubicBezTo>
                <a:cubicBezTo>
                  <a:pt x="643" y="73"/>
                  <a:pt x="635" y="83"/>
                  <a:pt x="635" y="103"/>
                </a:cubicBezTo>
                <a:cubicBezTo>
                  <a:pt x="635" y="125"/>
                  <a:pt x="635" y="125"/>
                  <a:pt x="635" y="125"/>
                </a:cubicBezTo>
                <a:cubicBezTo>
                  <a:pt x="669" y="125"/>
                  <a:pt x="669" y="125"/>
                  <a:pt x="669" y="125"/>
                </a:cubicBezTo>
                <a:cubicBezTo>
                  <a:pt x="669" y="145"/>
                  <a:pt x="669" y="145"/>
                  <a:pt x="669" y="145"/>
                </a:cubicBezTo>
                <a:cubicBezTo>
                  <a:pt x="635" y="145"/>
                  <a:pt x="635" y="145"/>
                  <a:pt x="635" y="145"/>
                </a:cubicBezTo>
                <a:cubicBezTo>
                  <a:pt x="635" y="269"/>
                  <a:pt x="635" y="269"/>
                  <a:pt x="635" y="269"/>
                </a:cubicBezTo>
                <a:cubicBezTo>
                  <a:pt x="612" y="269"/>
                  <a:pt x="612" y="269"/>
                  <a:pt x="612" y="269"/>
                </a:cubicBezTo>
                <a:cubicBezTo>
                  <a:pt x="612" y="145"/>
                  <a:pt x="612" y="145"/>
                  <a:pt x="612" y="145"/>
                </a:cubicBezTo>
                <a:cubicBezTo>
                  <a:pt x="587" y="145"/>
                  <a:pt x="587" y="145"/>
                  <a:pt x="587" y="145"/>
                </a:cubicBezTo>
                <a:cubicBezTo>
                  <a:pt x="587" y="125"/>
                  <a:pt x="587" y="125"/>
                  <a:pt x="587" y="125"/>
                </a:cubicBezTo>
                <a:cubicBezTo>
                  <a:pt x="612" y="125"/>
                  <a:pt x="612" y="125"/>
                  <a:pt x="612" y="125"/>
                </a:cubicBezTo>
                <a:cubicBezTo>
                  <a:pt x="612" y="102"/>
                  <a:pt x="612" y="102"/>
                  <a:pt x="612" y="102"/>
                </a:cubicBezTo>
                <a:cubicBezTo>
                  <a:pt x="612" y="87"/>
                  <a:pt x="616" y="75"/>
                  <a:pt x="625" y="66"/>
                </a:cubicBezTo>
                <a:cubicBezTo>
                  <a:pt x="633" y="57"/>
                  <a:pt x="644" y="53"/>
                  <a:pt x="658" y="53"/>
                </a:cubicBezTo>
                <a:cubicBezTo>
                  <a:pt x="665" y="53"/>
                  <a:pt x="670" y="54"/>
                  <a:pt x="674" y="55"/>
                </a:cubicBezTo>
                <a:lnTo>
                  <a:pt x="674" y="76"/>
                </a:lnTo>
                <a:close/>
                <a:moveTo>
                  <a:pt x="754" y="76"/>
                </a:moveTo>
                <a:cubicBezTo>
                  <a:pt x="749" y="74"/>
                  <a:pt x="744" y="73"/>
                  <a:pt x="739" y="73"/>
                </a:cubicBezTo>
                <a:cubicBezTo>
                  <a:pt x="722" y="73"/>
                  <a:pt x="714" y="83"/>
                  <a:pt x="714" y="103"/>
                </a:cubicBezTo>
                <a:cubicBezTo>
                  <a:pt x="714" y="125"/>
                  <a:pt x="714" y="125"/>
                  <a:pt x="714" y="125"/>
                </a:cubicBezTo>
                <a:cubicBezTo>
                  <a:pt x="748" y="125"/>
                  <a:pt x="748" y="125"/>
                  <a:pt x="748" y="125"/>
                </a:cubicBezTo>
                <a:cubicBezTo>
                  <a:pt x="748" y="145"/>
                  <a:pt x="748" y="145"/>
                  <a:pt x="748" y="145"/>
                </a:cubicBezTo>
                <a:cubicBezTo>
                  <a:pt x="714" y="145"/>
                  <a:pt x="714" y="145"/>
                  <a:pt x="714" y="145"/>
                </a:cubicBezTo>
                <a:cubicBezTo>
                  <a:pt x="714" y="269"/>
                  <a:pt x="714" y="269"/>
                  <a:pt x="714" y="269"/>
                </a:cubicBezTo>
                <a:cubicBezTo>
                  <a:pt x="691" y="269"/>
                  <a:pt x="691" y="269"/>
                  <a:pt x="691" y="269"/>
                </a:cubicBezTo>
                <a:cubicBezTo>
                  <a:pt x="691" y="145"/>
                  <a:pt x="691" y="145"/>
                  <a:pt x="691" y="145"/>
                </a:cubicBezTo>
                <a:cubicBezTo>
                  <a:pt x="667" y="145"/>
                  <a:pt x="667" y="145"/>
                  <a:pt x="667" y="145"/>
                </a:cubicBezTo>
                <a:cubicBezTo>
                  <a:pt x="667" y="125"/>
                  <a:pt x="667" y="125"/>
                  <a:pt x="667" y="125"/>
                </a:cubicBezTo>
                <a:cubicBezTo>
                  <a:pt x="691" y="125"/>
                  <a:pt x="691" y="125"/>
                  <a:pt x="691" y="125"/>
                </a:cubicBezTo>
                <a:cubicBezTo>
                  <a:pt x="691" y="102"/>
                  <a:pt x="691" y="102"/>
                  <a:pt x="691" y="102"/>
                </a:cubicBezTo>
                <a:cubicBezTo>
                  <a:pt x="691" y="87"/>
                  <a:pt x="696" y="75"/>
                  <a:pt x="704" y="66"/>
                </a:cubicBezTo>
                <a:cubicBezTo>
                  <a:pt x="713" y="57"/>
                  <a:pt x="724" y="53"/>
                  <a:pt x="737" y="53"/>
                </a:cubicBezTo>
                <a:cubicBezTo>
                  <a:pt x="744" y="53"/>
                  <a:pt x="750" y="54"/>
                  <a:pt x="754" y="55"/>
                </a:cubicBezTo>
                <a:lnTo>
                  <a:pt x="754" y="76"/>
                </a:lnTo>
                <a:close/>
                <a:moveTo>
                  <a:pt x="796" y="74"/>
                </a:moveTo>
                <a:cubicBezTo>
                  <a:pt x="796" y="78"/>
                  <a:pt x="795" y="82"/>
                  <a:pt x="792" y="84"/>
                </a:cubicBezTo>
                <a:cubicBezTo>
                  <a:pt x="789" y="87"/>
                  <a:pt x="785" y="89"/>
                  <a:pt x="781" y="89"/>
                </a:cubicBezTo>
                <a:cubicBezTo>
                  <a:pt x="777" y="89"/>
                  <a:pt x="773" y="87"/>
                  <a:pt x="771" y="85"/>
                </a:cubicBezTo>
                <a:cubicBezTo>
                  <a:pt x="768" y="82"/>
                  <a:pt x="766" y="78"/>
                  <a:pt x="766" y="74"/>
                </a:cubicBezTo>
                <a:cubicBezTo>
                  <a:pt x="766" y="70"/>
                  <a:pt x="768" y="66"/>
                  <a:pt x="770" y="63"/>
                </a:cubicBezTo>
                <a:cubicBezTo>
                  <a:pt x="773" y="60"/>
                  <a:pt x="777" y="59"/>
                  <a:pt x="781" y="59"/>
                </a:cubicBezTo>
                <a:cubicBezTo>
                  <a:pt x="786" y="59"/>
                  <a:pt x="789" y="60"/>
                  <a:pt x="792" y="63"/>
                </a:cubicBezTo>
                <a:cubicBezTo>
                  <a:pt x="795" y="66"/>
                  <a:pt x="796" y="70"/>
                  <a:pt x="796" y="74"/>
                </a:cubicBezTo>
                <a:close/>
                <a:moveTo>
                  <a:pt x="792" y="269"/>
                </a:moveTo>
                <a:cubicBezTo>
                  <a:pt x="769" y="269"/>
                  <a:pt x="769" y="269"/>
                  <a:pt x="769" y="269"/>
                </a:cubicBezTo>
                <a:cubicBezTo>
                  <a:pt x="769" y="125"/>
                  <a:pt x="769" y="125"/>
                  <a:pt x="769" y="125"/>
                </a:cubicBezTo>
                <a:cubicBezTo>
                  <a:pt x="792" y="125"/>
                  <a:pt x="792" y="125"/>
                  <a:pt x="792" y="125"/>
                </a:cubicBezTo>
                <a:lnTo>
                  <a:pt x="792" y="269"/>
                </a:lnTo>
                <a:close/>
                <a:moveTo>
                  <a:pt x="924" y="263"/>
                </a:moveTo>
                <a:cubicBezTo>
                  <a:pt x="913" y="269"/>
                  <a:pt x="900" y="273"/>
                  <a:pt x="885" y="273"/>
                </a:cubicBezTo>
                <a:cubicBezTo>
                  <a:pt x="871" y="273"/>
                  <a:pt x="860" y="270"/>
                  <a:pt x="849" y="264"/>
                </a:cubicBezTo>
                <a:cubicBezTo>
                  <a:pt x="839" y="258"/>
                  <a:pt x="831" y="249"/>
                  <a:pt x="825" y="238"/>
                </a:cubicBezTo>
                <a:cubicBezTo>
                  <a:pt x="819" y="227"/>
                  <a:pt x="816" y="215"/>
                  <a:pt x="816" y="201"/>
                </a:cubicBezTo>
                <a:cubicBezTo>
                  <a:pt x="816" y="177"/>
                  <a:pt x="823" y="158"/>
                  <a:pt x="837" y="143"/>
                </a:cubicBezTo>
                <a:cubicBezTo>
                  <a:pt x="850" y="129"/>
                  <a:pt x="868" y="122"/>
                  <a:pt x="891" y="122"/>
                </a:cubicBezTo>
                <a:cubicBezTo>
                  <a:pt x="904" y="122"/>
                  <a:pt x="915" y="124"/>
                  <a:pt x="924" y="129"/>
                </a:cubicBezTo>
                <a:cubicBezTo>
                  <a:pt x="924" y="153"/>
                  <a:pt x="924" y="153"/>
                  <a:pt x="924" y="153"/>
                </a:cubicBezTo>
                <a:cubicBezTo>
                  <a:pt x="914" y="145"/>
                  <a:pt x="902" y="141"/>
                  <a:pt x="890" y="141"/>
                </a:cubicBezTo>
                <a:cubicBezTo>
                  <a:pt x="875" y="141"/>
                  <a:pt x="863" y="147"/>
                  <a:pt x="854" y="157"/>
                </a:cubicBezTo>
                <a:cubicBezTo>
                  <a:pt x="844" y="168"/>
                  <a:pt x="840" y="182"/>
                  <a:pt x="840" y="199"/>
                </a:cubicBezTo>
                <a:cubicBezTo>
                  <a:pt x="840" y="215"/>
                  <a:pt x="844" y="229"/>
                  <a:pt x="853" y="238"/>
                </a:cubicBezTo>
                <a:cubicBezTo>
                  <a:pt x="862" y="248"/>
                  <a:pt x="874" y="253"/>
                  <a:pt x="889" y="253"/>
                </a:cubicBezTo>
                <a:cubicBezTo>
                  <a:pt x="901" y="253"/>
                  <a:pt x="913" y="249"/>
                  <a:pt x="924" y="241"/>
                </a:cubicBezTo>
                <a:lnTo>
                  <a:pt x="924" y="263"/>
                </a:lnTo>
                <a:close/>
                <a:moveTo>
                  <a:pt x="1066" y="203"/>
                </a:moveTo>
                <a:cubicBezTo>
                  <a:pt x="964" y="203"/>
                  <a:pt x="964" y="203"/>
                  <a:pt x="964" y="203"/>
                </a:cubicBezTo>
                <a:cubicBezTo>
                  <a:pt x="965" y="219"/>
                  <a:pt x="969" y="232"/>
                  <a:pt x="977" y="240"/>
                </a:cubicBezTo>
                <a:cubicBezTo>
                  <a:pt x="985" y="249"/>
                  <a:pt x="997" y="253"/>
                  <a:pt x="1011" y="253"/>
                </a:cubicBezTo>
                <a:cubicBezTo>
                  <a:pt x="1027" y="253"/>
                  <a:pt x="1042" y="248"/>
                  <a:pt x="1056" y="237"/>
                </a:cubicBezTo>
                <a:cubicBezTo>
                  <a:pt x="1056" y="259"/>
                  <a:pt x="1056" y="259"/>
                  <a:pt x="1056" y="259"/>
                </a:cubicBezTo>
                <a:cubicBezTo>
                  <a:pt x="1043" y="268"/>
                  <a:pt x="1026" y="273"/>
                  <a:pt x="1006" y="273"/>
                </a:cubicBezTo>
                <a:cubicBezTo>
                  <a:pt x="985" y="273"/>
                  <a:pt x="969" y="266"/>
                  <a:pt x="958" y="253"/>
                </a:cubicBezTo>
                <a:cubicBezTo>
                  <a:pt x="946" y="240"/>
                  <a:pt x="940" y="221"/>
                  <a:pt x="940" y="198"/>
                </a:cubicBezTo>
                <a:cubicBezTo>
                  <a:pt x="940" y="184"/>
                  <a:pt x="943" y="171"/>
                  <a:pt x="949" y="159"/>
                </a:cubicBezTo>
                <a:cubicBezTo>
                  <a:pt x="955" y="147"/>
                  <a:pt x="963" y="138"/>
                  <a:pt x="973" y="131"/>
                </a:cubicBezTo>
                <a:cubicBezTo>
                  <a:pt x="983" y="125"/>
                  <a:pt x="994" y="122"/>
                  <a:pt x="1006" y="122"/>
                </a:cubicBezTo>
                <a:cubicBezTo>
                  <a:pt x="1025" y="122"/>
                  <a:pt x="1040" y="128"/>
                  <a:pt x="1050" y="140"/>
                </a:cubicBezTo>
                <a:cubicBezTo>
                  <a:pt x="1061" y="152"/>
                  <a:pt x="1066" y="169"/>
                  <a:pt x="1066" y="191"/>
                </a:cubicBezTo>
                <a:lnTo>
                  <a:pt x="1066" y="203"/>
                </a:lnTo>
                <a:close/>
                <a:moveTo>
                  <a:pt x="1042" y="183"/>
                </a:moveTo>
                <a:cubicBezTo>
                  <a:pt x="1042" y="170"/>
                  <a:pt x="1039" y="160"/>
                  <a:pt x="1033" y="152"/>
                </a:cubicBezTo>
                <a:cubicBezTo>
                  <a:pt x="1026" y="145"/>
                  <a:pt x="1018" y="141"/>
                  <a:pt x="1006" y="141"/>
                </a:cubicBezTo>
                <a:cubicBezTo>
                  <a:pt x="996" y="141"/>
                  <a:pt x="986" y="145"/>
                  <a:pt x="979" y="153"/>
                </a:cubicBezTo>
                <a:cubicBezTo>
                  <a:pt x="971" y="161"/>
                  <a:pt x="966" y="171"/>
                  <a:pt x="964" y="183"/>
                </a:cubicBezTo>
                <a:lnTo>
                  <a:pt x="1042" y="183"/>
                </a:lnTo>
                <a:close/>
                <a:moveTo>
                  <a:pt x="1241" y="212"/>
                </a:moveTo>
                <a:cubicBezTo>
                  <a:pt x="1241" y="230"/>
                  <a:pt x="1235" y="245"/>
                  <a:pt x="1222" y="256"/>
                </a:cubicBezTo>
                <a:cubicBezTo>
                  <a:pt x="1209" y="267"/>
                  <a:pt x="1192" y="273"/>
                  <a:pt x="1170" y="273"/>
                </a:cubicBezTo>
                <a:cubicBezTo>
                  <a:pt x="1151" y="273"/>
                  <a:pt x="1136" y="269"/>
                  <a:pt x="1125" y="262"/>
                </a:cubicBezTo>
                <a:cubicBezTo>
                  <a:pt x="1125" y="237"/>
                  <a:pt x="1125" y="237"/>
                  <a:pt x="1125" y="237"/>
                </a:cubicBezTo>
                <a:cubicBezTo>
                  <a:pt x="1138" y="248"/>
                  <a:pt x="1154" y="253"/>
                  <a:pt x="1171" y="253"/>
                </a:cubicBezTo>
                <a:cubicBezTo>
                  <a:pt x="1185" y="253"/>
                  <a:pt x="1197" y="250"/>
                  <a:pt x="1205" y="243"/>
                </a:cubicBezTo>
                <a:cubicBezTo>
                  <a:pt x="1213" y="236"/>
                  <a:pt x="1218" y="226"/>
                  <a:pt x="1218" y="214"/>
                </a:cubicBezTo>
                <a:cubicBezTo>
                  <a:pt x="1218" y="188"/>
                  <a:pt x="1199" y="175"/>
                  <a:pt x="1161" y="175"/>
                </a:cubicBezTo>
                <a:cubicBezTo>
                  <a:pt x="1145" y="175"/>
                  <a:pt x="1145" y="175"/>
                  <a:pt x="1145" y="175"/>
                </a:cubicBezTo>
                <a:cubicBezTo>
                  <a:pt x="1145" y="155"/>
                  <a:pt x="1145" y="155"/>
                  <a:pt x="1145" y="155"/>
                </a:cubicBezTo>
                <a:cubicBezTo>
                  <a:pt x="1161" y="155"/>
                  <a:pt x="1161" y="155"/>
                  <a:pt x="1161" y="155"/>
                </a:cubicBezTo>
                <a:cubicBezTo>
                  <a:pt x="1194" y="155"/>
                  <a:pt x="1210" y="143"/>
                  <a:pt x="1210" y="118"/>
                </a:cubicBezTo>
                <a:cubicBezTo>
                  <a:pt x="1210" y="95"/>
                  <a:pt x="1198" y="84"/>
                  <a:pt x="1172" y="84"/>
                </a:cubicBezTo>
                <a:cubicBezTo>
                  <a:pt x="1158" y="84"/>
                  <a:pt x="1145" y="89"/>
                  <a:pt x="1132" y="98"/>
                </a:cubicBezTo>
                <a:cubicBezTo>
                  <a:pt x="1132" y="76"/>
                  <a:pt x="1132" y="76"/>
                  <a:pt x="1132" y="76"/>
                </a:cubicBezTo>
                <a:cubicBezTo>
                  <a:pt x="1145" y="68"/>
                  <a:pt x="1160" y="64"/>
                  <a:pt x="1178" y="64"/>
                </a:cubicBezTo>
                <a:cubicBezTo>
                  <a:pt x="1195" y="64"/>
                  <a:pt x="1208" y="69"/>
                  <a:pt x="1219" y="78"/>
                </a:cubicBezTo>
                <a:cubicBezTo>
                  <a:pt x="1229" y="86"/>
                  <a:pt x="1234" y="98"/>
                  <a:pt x="1234" y="112"/>
                </a:cubicBezTo>
                <a:cubicBezTo>
                  <a:pt x="1234" y="139"/>
                  <a:pt x="1221" y="156"/>
                  <a:pt x="1194" y="163"/>
                </a:cubicBezTo>
                <a:cubicBezTo>
                  <a:pt x="1194" y="164"/>
                  <a:pt x="1194" y="164"/>
                  <a:pt x="1194" y="164"/>
                </a:cubicBezTo>
                <a:cubicBezTo>
                  <a:pt x="1208" y="166"/>
                  <a:pt x="1219" y="171"/>
                  <a:pt x="1228" y="180"/>
                </a:cubicBezTo>
                <a:cubicBezTo>
                  <a:pt x="1237" y="188"/>
                  <a:pt x="1241" y="199"/>
                  <a:pt x="1241" y="212"/>
                </a:cubicBezTo>
                <a:close/>
                <a:moveTo>
                  <a:pt x="1393" y="205"/>
                </a:moveTo>
                <a:cubicBezTo>
                  <a:pt x="1393" y="218"/>
                  <a:pt x="1390" y="230"/>
                  <a:pt x="1385" y="240"/>
                </a:cubicBezTo>
                <a:cubicBezTo>
                  <a:pt x="1379" y="250"/>
                  <a:pt x="1372" y="258"/>
                  <a:pt x="1362" y="264"/>
                </a:cubicBezTo>
                <a:cubicBezTo>
                  <a:pt x="1352" y="270"/>
                  <a:pt x="1342" y="273"/>
                  <a:pt x="1330" y="273"/>
                </a:cubicBezTo>
                <a:cubicBezTo>
                  <a:pt x="1309" y="273"/>
                  <a:pt x="1294" y="265"/>
                  <a:pt x="1282" y="248"/>
                </a:cubicBezTo>
                <a:cubicBezTo>
                  <a:pt x="1271" y="232"/>
                  <a:pt x="1265" y="210"/>
                  <a:pt x="1265" y="181"/>
                </a:cubicBezTo>
                <a:cubicBezTo>
                  <a:pt x="1265" y="157"/>
                  <a:pt x="1268" y="137"/>
                  <a:pt x="1275" y="119"/>
                </a:cubicBezTo>
                <a:cubicBezTo>
                  <a:pt x="1282" y="102"/>
                  <a:pt x="1292" y="88"/>
                  <a:pt x="1304" y="79"/>
                </a:cubicBezTo>
                <a:cubicBezTo>
                  <a:pt x="1316" y="69"/>
                  <a:pt x="1331" y="64"/>
                  <a:pt x="1347" y="64"/>
                </a:cubicBezTo>
                <a:cubicBezTo>
                  <a:pt x="1361" y="64"/>
                  <a:pt x="1372" y="66"/>
                  <a:pt x="1381" y="70"/>
                </a:cubicBezTo>
                <a:cubicBezTo>
                  <a:pt x="1381" y="92"/>
                  <a:pt x="1381" y="92"/>
                  <a:pt x="1381" y="92"/>
                </a:cubicBezTo>
                <a:cubicBezTo>
                  <a:pt x="1370" y="86"/>
                  <a:pt x="1359" y="84"/>
                  <a:pt x="1348" y="84"/>
                </a:cubicBezTo>
                <a:cubicBezTo>
                  <a:pt x="1330" y="84"/>
                  <a:pt x="1316" y="92"/>
                  <a:pt x="1305" y="108"/>
                </a:cubicBezTo>
                <a:cubicBezTo>
                  <a:pt x="1294" y="124"/>
                  <a:pt x="1289" y="145"/>
                  <a:pt x="1289" y="172"/>
                </a:cubicBezTo>
                <a:cubicBezTo>
                  <a:pt x="1289" y="172"/>
                  <a:pt x="1289" y="172"/>
                  <a:pt x="1289" y="172"/>
                </a:cubicBezTo>
                <a:cubicBezTo>
                  <a:pt x="1299" y="153"/>
                  <a:pt x="1314" y="143"/>
                  <a:pt x="1335" y="143"/>
                </a:cubicBezTo>
                <a:cubicBezTo>
                  <a:pt x="1353" y="143"/>
                  <a:pt x="1367" y="149"/>
                  <a:pt x="1377" y="160"/>
                </a:cubicBezTo>
                <a:cubicBezTo>
                  <a:pt x="1388" y="172"/>
                  <a:pt x="1393" y="187"/>
                  <a:pt x="1393" y="205"/>
                </a:cubicBezTo>
                <a:close/>
                <a:moveTo>
                  <a:pt x="1369" y="208"/>
                </a:moveTo>
                <a:cubicBezTo>
                  <a:pt x="1369" y="194"/>
                  <a:pt x="1366" y="183"/>
                  <a:pt x="1359" y="175"/>
                </a:cubicBezTo>
                <a:cubicBezTo>
                  <a:pt x="1352" y="167"/>
                  <a:pt x="1343" y="163"/>
                  <a:pt x="1330" y="163"/>
                </a:cubicBezTo>
                <a:cubicBezTo>
                  <a:pt x="1319" y="163"/>
                  <a:pt x="1309" y="167"/>
                  <a:pt x="1302" y="175"/>
                </a:cubicBezTo>
                <a:cubicBezTo>
                  <a:pt x="1294" y="182"/>
                  <a:pt x="1290" y="192"/>
                  <a:pt x="1290" y="203"/>
                </a:cubicBezTo>
                <a:cubicBezTo>
                  <a:pt x="1290" y="217"/>
                  <a:pt x="1294" y="229"/>
                  <a:pt x="1302" y="239"/>
                </a:cubicBezTo>
                <a:cubicBezTo>
                  <a:pt x="1309" y="248"/>
                  <a:pt x="1319" y="253"/>
                  <a:pt x="1331" y="253"/>
                </a:cubicBezTo>
                <a:cubicBezTo>
                  <a:pt x="1342" y="253"/>
                  <a:pt x="1351" y="249"/>
                  <a:pt x="1359" y="241"/>
                </a:cubicBezTo>
                <a:cubicBezTo>
                  <a:pt x="1366" y="232"/>
                  <a:pt x="1369" y="222"/>
                  <a:pt x="1369" y="208"/>
                </a:cubicBezTo>
                <a:close/>
                <a:moveTo>
                  <a:pt x="1529" y="208"/>
                </a:moveTo>
                <a:cubicBezTo>
                  <a:pt x="1529" y="227"/>
                  <a:pt x="1522" y="243"/>
                  <a:pt x="1509" y="255"/>
                </a:cubicBezTo>
                <a:cubicBezTo>
                  <a:pt x="1496" y="267"/>
                  <a:pt x="1479" y="273"/>
                  <a:pt x="1457" y="273"/>
                </a:cubicBezTo>
                <a:cubicBezTo>
                  <a:pt x="1439" y="273"/>
                  <a:pt x="1425" y="270"/>
                  <a:pt x="1416" y="264"/>
                </a:cubicBezTo>
                <a:cubicBezTo>
                  <a:pt x="1416" y="240"/>
                  <a:pt x="1416" y="240"/>
                  <a:pt x="1416" y="240"/>
                </a:cubicBezTo>
                <a:cubicBezTo>
                  <a:pt x="1429" y="249"/>
                  <a:pt x="1443" y="253"/>
                  <a:pt x="1458" y="253"/>
                </a:cubicBezTo>
                <a:cubicBezTo>
                  <a:pt x="1472" y="253"/>
                  <a:pt x="1483" y="249"/>
                  <a:pt x="1492" y="241"/>
                </a:cubicBezTo>
                <a:cubicBezTo>
                  <a:pt x="1501" y="233"/>
                  <a:pt x="1505" y="222"/>
                  <a:pt x="1505" y="209"/>
                </a:cubicBezTo>
                <a:cubicBezTo>
                  <a:pt x="1505" y="196"/>
                  <a:pt x="1501" y="186"/>
                  <a:pt x="1492" y="178"/>
                </a:cubicBezTo>
                <a:cubicBezTo>
                  <a:pt x="1483" y="171"/>
                  <a:pt x="1470" y="167"/>
                  <a:pt x="1453" y="167"/>
                </a:cubicBezTo>
                <a:cubicBezTo>
                  <a:pt x="1440" y="167"/>
                  <a:pt x="1429" y="168"/>
                  <a:pt x="1419" y="169"/>
                </a:cubicBezTo>
                <a:cubicBezTo>
                  <a:pt x="1426" y="68"/>
                  <a:pt x="1426" y="68"/>
                  <a:pt x="1426" y="68"/>
                </a:cubicBezTo>
                <a:cubicBezTo>
                  <a:pt x="1519" y="68"/>
                  <a:pt x="1519" y="68"/>
                  <a:pt x="1519" y="68"/>
                </a:cubicBezTo>
                <a:cubicBezTo>
                  <a:pt x="1519" y="88"/>
                  <a:pt x="1519" y="88"/>
                  <a:pt x="1519" y="88"/>
                </a:cubicBezTo>
                <a:cubicBezTo>
                  <a:pt x="1446" y="88"/>
                  <a:pt x="1446" y="88"/>
                  <a:pt x="1446" y="88"/>
                </a:cubicBezTo>
                <a:cubicBezTo>
                  <a:pt x="1442" y="148"/>
                  <a:pt x="1442" y="148"/>
                  <a:pt x="1442" y="148"/>
                </a:cubicBezTo>
                <a:cubicBezTo>
                  <a:pt x="1461" y="147"/>
                  <a:pt x="1461" y="147"/>
                  <a:pt x="1461" y="147"/>
                </a:cubicBezTo>
                <a:cubicBezTo>
                  <a:pt x="1482" y="147"/>
                  <a:pt x="1498" y="152"/>
                  <a:pt x="1510" y="163"/>
                </a:cubicBezTo>
                <a:cubicBezTo>
                  <a:pt x="1523" y="173"/>
                  <a:pt x="1529" y="188"/>
                  <a:pt x="1529" y="208"/>
                </a:cubicBezTo>
                <a:close/>
                <a:moveTo>
                  <a:pt x="281" y="308"/>
                </a:moveTo>
                <a:cubicBezTo>
                  <a:pt x="281" y="308"/>
                  <a:pt x="281" y="308"/>
                  <a:pt x="281" y="308"/>
                </a:cubicBezTo>
                <a:cubicBezTo>
                  <a:pt x="281" y="29"/>
                  <a:pt x="281" y="29"/>
                  <a:pt x="281" y="29"/>
                </a:cubicBezTo>
                <a:cubicBezTo>
                  <a:pt x="180" y="0"/>
                  <a:pt x="180" y="0"/>
                  <a:pt x="180" y="0"/>
                </a:cubicBezTo>
                <a:cubicBezTo>
                  <a:pt x="0" y="68"/>
                  <a:pt x="0" y="68"/>
                  <a:pt x="0" y="68"/>
                </a:cubicBezTo>
                <a:cubicBezTo>
                  <a:pt x="0" y="68"/>
                  <a:pt x="0" y="68"/>
                  <a:pt x="0" y="68"/>
                </a:cubicBezTo>
                <a:cubicBezTo>
                  <a:pt x="0" y="270"/>
                  <a:pt x="0" y="270"/>
                  <a:pt x="0" y="270"/>
                </a:cubicBezTo>
                <a:cubicBezTo>
                  <a:pt x="61" y="246"/>
                  <a:pt x="61" y="246"/>
                  <a:pt x="61" y="246"/>
                </a:cubicBezTo>
                <a:cubicBezTo>
                  <a:pt x="61" y="81"/>
                  <a:pt x="61" y="81"/>
                  <a:pt x="61" y="81"/>
                </a:cubicBezTo>
                <a:cubicBezTo>
                  <a:pt x="180" y="53"/>
                  <a:pt x="180" y="53"/>
                  <a:pt x="180" y="53"/>
                </a:cubicBezTo>
                <a:cubicBezTo>
                  <a:pt x="180" y="295"/>
                  <a:pt x="180" y="295"/>
                  <a:pt x="180" y="295"/>
                </a:cubicBezTo>
                <a:cubicBezTo>
                  <a:pt x="0" y="270"/>
                  <a:pt x="0" y="270"/>
                  <a:pt x="0" y="270"/>
                </a:cubicBezTo>
                <a:cubicBezTo>
                  <a:pt x="180" y="336"/>
                  <a:pt x="180" y="336"/>
                  <a:pt x="180" y="336"/>
                </a:cubicBezTo>
                <a:cubicBezTo>
                  <a:pt x="180" y="336"/>
                  <a:pt x="180" y="336"/>
                  <a:pt x="180" y="336"/>
                </a:cubicBezTo>
                <a:cubicBezTo>
                  <a:pt x="281" y="309"/>
                  <a:pt x="281" y="309"/>
                  <a:pt x="281" y="309"/>
                </a:cubicBezTo>
                <a:cubicBezTo>
                  <a:pt x="281" y="308"/>
                  <a:pt x="281" y="308"/>
                  <a:pt x="281" y="30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userDrawn="1"/>
        </p:nvSpPr>
        <p:spPr>
          <a:xfrm>
            <a:off x="1446415" y="6481029"/>
            <a:ext cx="1571456" cy="295466"/>
          </a:xfrm>
          <a:prstGeom prst="rect">
            <a:avLst/>
          </a:prstGeom>
          <a:noFill/>
        </p:spPr>
        <p:txBody>
          <a:bodyPr wrap="none" lIns="146304" tIns="91440" rIns="146304" bIns="91440" rtlCol="0">
            <a:spAutoFit/>
          </a:bodyPr>
          <a:lstStyle/>
          <a:p>
            <a:pPr>
              <a:lnSpc>
                <a:spcPct val="90000"/>
              </a:lnSpc>
              <a:spcAft>
                <a:spcPts val="0"/>
              </a:spcAft>
            </a:pPr>
            <a:r>
              <a:rPr lang="en-US" sz="800" dirty="0">
                <a:gradFill>
                  <a:gsLst>
                    <a:gs pos="2917">
                      <a:schemeClr val="tx1"/>
                    </a:gs>
                    <a:gs pos="30000">
                      <a:schemeClr val="tx1"/>
                    </a:gs>
                  </a:gsLst>
                  <a:lin ang="5400000" scaled="0"/>
                </a:gradFill>
              </a:rPr>
              <a:t>MICROSOFT CONFIDENTIAL</a:t>
            </a:r>
          </a:p>
        </p:txBody>
      </p:sp>
    </p:spTree>
    <p:extLst>
      <p:ext uri="{BB962C8B-B14F-4D97-AF65-F5344CB8AC3E}">
        <p14:creationId xmlns:p14="http://schemas.microsoft.com/office/powerpoint/2010/main" val="202931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Interior1">
    <p:bg>
      <p:bgPr>
        <a:solidFill>
          <a:schemeClr val="bg1">
            <a:lumMod val="95000"/>
          </a:schemeClr>
        </a:solidFill>
        <a:effectLst/>
      </p:bgPr>
    </p:bg>
    <p:spTree>
      <p:nvGrpSpPr>
        <p:cNvPr id="1" name=""/>
        <p:cNvGrpSpPr/>
        <p:nvPr/>
      </p:nvGrpSpPr>
      <p:grpSpPr>
        <a:xfrm>
          <a:off x="0" y="0"/>
          <a:ext cx="0" cy="0"/>
          <a:chOff x="0" y="0"/>
          <a:chExt cx="0" cy="0"/>
        </a:xfrm>
      </p:grpSpPr>
      <p:sp>
        <p:nvSpPr>
          <p:cNvPr id="15" name="Rectangle 14"/>
          <p:cNvSpPr>
            <a:spLocks/>
          </p:cNvSpPr>
          <p:nvPr/>
        </p:nvSpPr>
        <p:spPr>
          <a:xfrm>
            <a:off x="0" y="0"/>
            <a:ext cx="12436475" cy="1243471"/>
          </a:xfrm>
          <a:prstGeom prst="rect">
            <a:avLst/>
          </a:prstGeom>
          <a:solidFill>
            <a:srgbClr val="0072C6"/>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sz="2448" dirty="0"/>
          </a:p>
        </p:txBody>
      </p:sp>
      <p:sp>
        <p:nvSpPr>
          <p:cNvPr id="13" name="Content Placeholder 2"/>
          <p:cNvSpPr>
            <a:spLocks noGrp="1"/>
          </p:cNvSpPr>
          <p:nvPr>
            <p:ph idx="1" hasCustomPrompt="1"/>
          </p:nvPr>
        </p:nvSpPr>
        <p:spPr>
          <a:xfrm>
            <a:off x="0" y="1261870"/>
            <a:ext cx="12436475" cy="2490041"/>
          </a:xfrm>
          <a:prstGeom prst="rect">
            <a:avLst/>
          </a:prstGeom>
        </p:spPr>
        <p:txBody>
          <a:bodyPr lIns="182880" tIns="182880" rIns="182880" bIns="182880"/>
          <a:lstStyle>
            <a:lvl1pPr marL="0" indent="0">
              <a:spcBef>
                <a:spcPts val="1360"/>
              </a:spcBef>
              <a:buFont typeface="Arial"/>
              <a:buNone/>
              <a:defRPr sz="3264" baseline="0">
                <a:solidFill>
                  <a:schemeClr val="tx1"/>
                </a:solidFill>
                <a:latin typeface="Segoe UI Light"/>
                <a:cs typeface="Segoe UI Light"/>
              </a:defRPr>
            </a:lvl1pPr>
            <a:lvl2pPr marL="901488" indent="-466287">
              <a:spcBef>
                <a:spcPts val="1360"/>
              </a:spcBef>
              <a:buFont typeface="Arial" panose="020B0604020202020204" pitchFamily="34" charset="0"/>
              <a:buChar char="•"/>
              <a:defRPr sz="3264">
                <a:solidFill>
                  <a:schemeClr val="bg2"/>
                </a:solidFill>
                <a:latin typeface="Segoe UI Light"/>
                <a:cs typeface="Segoe UI Light"/>
              </a:defRPr>
            </a:lvl2pPr>
            <a:lvl3pPr marL="1243431">
              <a:spcBef>
                <a:spcPts val="1360"/>
              </a:spcBef>
              <a:buFont typeface="Arial"/>
              <a:buChar char="•"/>
              <a:defRPr sz="2991">
                <a:solidFill>
                  <a:schemeClr val="bg2"/>
                </a:solidFill>
                <a:latin typeface="Segoe UI Light"/>
                <a:cs typeface="Segoe UI Light"/>
              </a:defRPr>
            </a:lvl3pPr>
            <a:lvl4pPr marL="1740803">
              <a:spcBef>
                <a:spcPts val="1360"/>
              </a:spcBef>
              <a:buFont typeface="Arial"/>
              <a:buChar char="•"/>
              <a:defRPr sz="2720" baseline="0">
                <a:solidFill>
                  <a:schemeClr val="bg2"/>
                </a:solidFill>
                <a:latin typeface="Segoe UI Light"/>
                <a:cs typeface="Segoe UI Light"/>
              </a:defRPr>
            </a:lvl4pPr>
            <a:lvl5pPr marL="1989489" indent="248686">
              <a:spcBef>
                <a:spcPts val="1360"/>
              </a:spcBef>
              <a:buFont typeface="Arial"/>
              <a:buChar char="•"/>
              <a:tabLst>
                <a:tab pos="2178164" algn="l"/>
              </a:tabLst>
              <a:defRPr sz="2448" baseline="0">
                <a:solidFill>
                  <a:schemeClr val="bg2"/>
                </a:solidFill>
                <a:latin typeface="Segoe UI Light"/>
                <a:cs typeface="Segoe UI Light"/>
              </a:defRPr>
            </a:lvl5pPr>
          </a:lstStyle>
          <a:p>
            <a:pPr lvl="1"/>
            <a:r>
              <a:rPr lang="en-US" dirty="0"/>
              <a:t>Bullet first level</a:t>
            </a:r>
          </a:p>
          <a:p>
            <a:pPr lvl="2"/>
            <a:r>
              <a:rPr lang="en-US" dirty="0"/>
              <a:t>Bullet second level</a:t>
            </a:r>
          </a:p>
          <a:p>
            <a:pPr lvl="3"/>
            <a:r>
              <a:rPr lang="en-US" dirty="0"/>
              <a:t>Bullet third level</a:t>
            </a:r>
          </a:p>
          <a:p>
            <a:pPr lvl="4"/>
            <a:r>
              <a:rPr lang="en-US" dirty="0"/>
              <a:t>Bullet fourth level</a:t>
            </a:r>
          </a:p>
        </p:txBody>
      </p:sp>
      <p:sp>
        <p:nvSpPr>
          <p:cNvPr id="20" name="Title 1"/>
          <p:cNvSpPr>
            <a:spLocks noGrp="1" noChangeAspect="1"/>
          </p:cNvSpPr>
          <p:nvPr>
            <p:ph type="title"/>
          </p:nvPr>
        </p:nvSpPr>
        <p:spPr>
          <a:xfrm>
            <a:off x="141809" y="-3"/>
            <a:ext cx="11178721" cy="1236019"/>
          </a:xfrm>
          <a:prstGeom prst="rect">
            <a:avLst/>
          </a:prstGeom>
        </p:spPr>
        <p:txBody>
          <a:bodyPr lIns="91440" tIns="91440" bIns="91440" anchor="ctr"/>
          <a:lstStyle>
            <a:lvl1pPr algn="l">
              <a:defRPr sz="4080">
                <a:solidFill>
                  <a:srgbClr val="FFFFFF"/>
                </a:solidFill>
                <a:latin typeface="Segoe UI Light"/>
                <a:cs typeface="Segoe UI Light"/>
              </a:defRPr>
            </a:lvl1pPr>
          </a:lstStyle>
          <a:p>
            <a:r>
              <a:rPr lang="en-US"/>
              <a:t>Click to edit Master title style</a:t>
            </a:r>
            <a:endParaRPr lang="en-US" dirty="0"/>
          </a:p>
        </p:txBody>
      </p:sp>
    </p:spTree>
    <p:extLst>
      <p:ext uri="{BB962C8B-B14F-4D97-AF65-F5344CB8AC3E}">
        <p14:creationId xmlns:p14="http://schemas.microsoft.com/office/powerpoint/2010/main" val="220068956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F0525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2280" y="6209084"/>
            <a:ext cx="1456418" cy="310896"/>
          </a:xfrm>
          <a:prstGeom prst="rect">
            <a:avLst/>
          </a:prstGeom>
        </p:spPr>
      </p:pic>
      <p:sp>
        <p:nvSpPr>
          <p:cNvPr id="3" name="Text Placeholder 2">
            <a:extLst>
              <a:ext uri="{FF2B5EF4-FFF2-40B4-BE49-F238E27FC236}">
                <a16:creationId xmlns:a16="http://schemas.microsoft.com/office/drawing/2014/main" id="{47D21F7F-CA5F-4609-9E53-094261A2A868}"/>
              </a:ext>
            </a:extLst>
          </p:cNvPr>
          <p:cNvSpPr>
            <a:spLocks noGrp="1"/>
          </p:cNvSpPr>
          <p:nvPr>
            <p:ph type="body" sz="quarter" idx="13" hasCustomPrompt="1"/>
          </p:nvPr>
        </p:nvSpPr>
        <p:spPr>
          <a:xfrm>
            <a:off x="8047017" y="291533"/>
            <a:ext cx="4023345" cy="553998"/>
          </a:xfrm>
          <a:noFill/>
        </p:spPr>
        <p:txBody>
          <a:bodyPr vert="horz" wrap="square" lIns="164592" tIns="109728" rIns="164592" bIns="109728" rtlCol="0">
            <a:spAutoFit/>
          </a:bodyPr>
          <a:lstStyle>
            <a:lvl1pPr marL="0" indent="0" algn="r">
              <a:buNone/>
              <a:defRPr lang="en-US" sz="2400" dirty="0">
                <a:gradFill>
                  <a:gsLst>
                    <a:gs pos="91000">
                      <a:schemeClr val="tx1"/>
                    </a:gs>
                    <a:gs pos="0">
                      <a:schemeClr val="tx1"/>
                    </a:gs>
                  </a:gsLst>
                  <a:lin ang="5400000" scaled="0"/>
                </a:gradFill>
                <a:latin typeface="+mn-lt"/>
              </a:defRPr>
            </a:lvl1pPr>
          </a:lstStyle>
          <a:p>
            <a:pPr marL="228600" lvl="0" indent="-228600">
              <a:spcBef>
                <a:spcPts val="0"/>
              </a:spcBef>
            </a:pPr>
            <a:r>
              <a:rPr lang="en-US" dirty="0"/>
              <a:t>Session Code</a:t>
            </a:r>
          </a:p>
        </p:txBody>
      </p:sp>
    </p:spTree>
    <p:extLst>
      <p:ext uri="{BB962C8B-B14F-4D97-AF65-F5344CB8AC3E}">
        <p14:creationId xmlns:p14="http://schemas.microsoft.com/office/powerpoint/2010/main" val="40884990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82037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03400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661164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4291103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563694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1448260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194239812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498125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2520321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cstate="email">
              <a:extLst>
                <a:ext uri="{28A0092B-C50C-407E-A947-70E740481C1C}">
                  <a14:useLocalDpi xmlns:a14="http://schemas.microsoft.com/office/drawing/2010/main"/>
                </a:ext>
              </a:extLst>
            </a:blip>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1042775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3316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F0525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7987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4925696" cy="6995160"/>
          </a:xfrm>
          <a:prstGeom prst="rect">
            <a:avLst/>
          </a:prstGeom>
        </p:spPr>
      </p:pic>
    </p:spTree>
    <p:extLst>
      <p:ext uri="{BB962C8B-B14F-4D97-AF65-F5344CB8AC3E}">
        <p14:creationId xmlns:p14="http://schemas.microsoft.com/office/powerpoint/2010/main" val="839620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98424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19446738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0304017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F0525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74702" y="1211263"/>
            <a:ext cx="9143936" cy="1828786"/>
          </a:xfrm>
          <a:noFill/>
        </p:spPr>
        <p:txBody>
          <a:bodyPr lIns="146304" tIns="91440" rIns="146304" bIns="91440" anchor="t" anchorCtr="0"/>
          <a:lstStyle>
            <a:lvl1pPr>
              <a:defRPr sz="5400" spc="-100" baseline="0">
                <a:gradFill>
                  <a:gsLst>
                    <a:gs pos="62564">
                      <a:schemeClr val="tx1"/>
                    </a:gs>
                    <a:gs pos="55000">
                      <a:schemeClr val="tx1"/>
                    </a:gs>
                  </a:gsLst>
                  <a:lin ang="5400000" scaled="0"/>
                </a:gradFill>
              </a:defRPr>
            </a:lvl1pPr>
          </a:lstStyle>
          <a:p>
            <a:r>
              <a:rPr lang="en-US" dirty="0"/>
              <a:t>Presentation title</a:t>
            </a:r>
          </a:p>
        </p:txBody>
      </p:sp>
      <p:sp>
        <p:nvSpPr>
          <p:cNvPr id="5" name="Text Placeholder 4"/>
          <p:cNvSpPr>
            <a:spLocks noGrp="1"/>
          </p:cNvSpPr>
          <p:nvPr>
            <p:ph type="body" sz="quarter" idx="12" hasCustomPrompt="1"/>
          </p:nvPr>
        </p:nvSpPr>
        <p:spPr>
          <a:xfrm>
            <a:off x="274701" y="3041371"/>
            <a:ext cx="7315137" cy="1828007"/>
          </a:xfrm>
          <a:noFill/>
        </p:spPr>
        <p:txBody>
          <a:bodyPr lIns="164592" tIns="109728" rIns="164592" bIns="109728">
            <a:noAutofit/>
          </a:bodyPr>
          <a:lstStyle>
            <a:lvl1pPr marL="0" indent="0">
              <a:spcBef>
                <a:spcPts val="0"/>
              </a:spcBef>
              <a:buNone/>
              <a:defRPr sz="3200" spc="0" baseline="0">
                <a:gradFill>
                  <a:gsLst>
                    <a:gs pos="91000">
                      <a:schemeClr val="tx1"/>
                    </a:gs>
                    <a:gs pos="0">
                      <a:schemeClr val="tx1"/>
                    </a:gs>
                  </a:gsLst>
                  <a:lin ang="5400000" scaled="0"/>
                </a:gradFill>
                <a:latin typeface="+mn-lt"/>
              </a:defRPr>
            </a:lvl1pPr>
          </a:lstStyle>
          <a:p>
            <a:pPr lvl="0"/>
            <a:r>
              <a:rPr lang="en-US" dirty="0"/>
              <a:t>Speaker name</a:t>
            </a:r>
          </a:p>
        </p:txBody>
      </p:sp>
      <p:sp>
        <p:nvSpPr>
          <p:cNvPr id="7" name="Rectangle 6"/>
          <p:cNvSpPr/>
          <p:nvPr userDrawn="1"/>
        </p:nvSpPr>
        <p:spPr bwMode="gray">
          <a:xfrm>
            <a:off x="0" y="5758901"/>
            <a:ext cx="12435840" cy="1235624"/>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398"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2280" y="6209084"/>
            <a:ext cx="1456418" cy="310896"/>
          </a:xfrm>
          <a:prstGeom prst="rect">
            <a:avLst/>
          </a:prstGeom>
        </p:spPr>
      </p:pic>
    </p:spTree>
    <p:extLst>
      <p:ext uri="{BB962C8B-B14F-4D97-AF65-F5344CB8AC3E}">
        <p14:creationId xmlns:p14="http://schemas.microsoft.com/office/powerpoint/2010/main" val="28928937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8" y="1212850"/>
            <a:ext cx="11888787" cy="2308324"/>
          </a:xfrm>
        </p:spPr>
        <p:txBody>
          <a:bodyPr>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5140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sz="quarter" idx="10"/>
          </p:nvPr>
        </p:nvSpPr>
        <p:spPr>
          <a:xfrm>
            <a:off x="274702" y="1211287"/>
            <a:ext cx="11888787" cy="54848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329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0" indent="0">
              <a:spcBef>
                <a:spcPts val="1224"/>
              </a:spcBef>
              <a:buClr>
                <a:schemeClr val="tx1"/>
              </a:buClr>
              <a:buFont typeface="Wingdings" panose="05000000000000000000" pitchFamily="2" charset="2"/>
              <a:buNone/>
              <a:defRPr sz="3000" b="0">
                <a:latin typeface="+mn-lt"/>
              </a:defRPr>
            </a:lvl1pPr>
            <a:lvl2pPr marL="255588" indent="0">
              <a:buFont typeface="Wingdings" panose="05000000000000000000" pitchFamily="2" charset="2"/>
              <a:buNone/>
              <a:defRPr sz="2400" b="0"/>
            </a:lvl2pPr>
            <a:lvl3pPr marL="450850" indent="0">
              <a:buFont typeface="Wingdings" panose="05000000000000000000" pitchFamily="2" charset="2"/>
              <a:buNone/>
              <a:tabLst/>
              <a:defRPr sz="2200" b="0"/>
            </a:lvl3pPr>
            <a:lvl4pPr marL="652462" indent="0">
              <a:buFont typeface="Wingdings" panose="05000000000000000000" pitchFamily="2" charset="2"/>
              <a:buNone/>
              <a:defRPr sz="2200" b="0"/>
            </a:lvl4pPr>
            <a:lvl5pPr marL="854075" indent="0">
              <a:buFont typeface="Wingdings" panose="05000000000000000000" pitchFamily="2" charset="2"/>
              <a:buNone/>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0" indent="0">
              <a:spcBef>
                <a:spcPts val="1224"/>
              </a:spcBef>
              <a:buClr>
                <a:schemeClr val="tx1"/>
              </a:buClr>
              <a:buFont typeface="Arial" panose="020B0604020202020204" pitchFamily="34" charset="0"/>
              <a:buNone/>
              <a:defRPr lang="en-US" sz="3000" b="0" kern="1200" spc="0" baseline="0" dirty="0">
                <a:gradFill>
                  <a:gsLst>
                    <a:gs pos="1250">
                      <a:schemeClr val="tx1"/>
                    </a:gs>
                    <a:gs pos="100000">
                      <a:schemeClr val="tx1"/>
                    </a:gs>
                  </a:gsLst>
                  <a:lin ang="5400000" scaled="0"/>
                </a:gradFill>
                <a:latin typeface="+mn-lt"/>
                <a:ea typeface="+mn-ea"/>
                <a:cs typeface="+mn-cs"/>
              </a:defRPr>
            </a:lvl1pPr>
            <a:lvl2pPr marL="255588" indent="0">
              <a:buFont typeface="Arial" panose="020B0604020202020204" pitchFamily="34" charset="0"/>
              <a:buNone/>
              <a:defRPr lang="en-US" sz="2400" b="0" kern="1200" spc="0" baseline="0" dirty="0">
                <a:gradFill>
                  <a:gsLst>
                    <a:gs pos="1250">
                      <a:schemeClr val="tx1"/>
                    </a:gs>
                    <a:gs pos="100000">
                      <a:schemeClr val="tx1"/>
                    </a:gs>
                  </a:gsLst>
                  <a:lin ang="5400000" scaled="0"/>
                </a:gradFill>
                <a:latin typeface="+mn-lt"/>
                <a:ea typeface="+mn-ea"/>
                <a:cs typeface="+mn-cs"/>
              </a:defRPr>
            </a:lvl2pPr>
            <a:lvl3pPr marL="450850"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3pPr>
            <a:lvl4pPr marL="652462" indent="0">
              <a:buFont typeface="Arial" panose="020B0604020202020204" pitchFamily="34" charset="0"/>
              <a:buNone/>
              <a:defRPr lang="en-US" sz="2200" b="0" kern="1200" spc="0" baseline="0" dirty="0">
                <a:gradFill>
                  <a:gsLst>
                    <a:gs pos="1250">
                      <a:schemeClr val="tx1"/>
                    </a:gs>
                    <a:gs pos="100000">
                      <a:schemeClr val="tx1"/>
                    </a:gs>
                  </a:gsLst>
                  <a:lin ang="5400000" scaled="0"/>
                </a:gradFill>
                <a:latin typeface="+mn-lt"/>
                <a:ea typeface="+mn-ea"/>
                <a:cs typeface="+mn-cs"/>
              </a:defRPr>
            </a:lvl4pPr>
            <a:lvl5pPr marL="854075" indent="0">
              <a:buFont typeface="Arial" panose="020B0604020202020204" pitchFamily="34" charset="0"/>
              <a:buNone/>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514350" marR="0" lvl="0" indent="-514350" algn="l" defTabSz="932742" rtl="0" eaLnBrk="1" fontAlgn="auto" latinLnBrk="0" hangingPunct="1">
              <a:lnSpc>
                <a:spcPct val="90000"/>
              </a:lnSpc>
              <a:spcBef>
                <a:spcPts val="1224"/>
              </a:spcBef>
              <a:spcAft>
                <a:spcPts val="0"/>
              </a:spcAft>
              <a:buClr>
                <a:schemeClr val="tx1"/>
              </a:buClr>
              <a:buSzPct val="90000"/>
              <a:tabLst/>
            </a:pPr>
            <a:r>
              <a:rPr lang="en-US"/>
              <a:t>Edit Master text styles</a:t>
            </a:r>
          </a:p>
          <a:p>
            <a:pPr marL="514350" marR="0" lvl="1" indent="-514350" algn="l" defTabSz="932742" rtl="0" eaLnBrk="1" fontAlgn="auto" latinLnBrk="0" hangingPunct="1">
              <a:lnSpc>
                <a:spcPct val="90000"/>
              </a:lnSpc>
              <a:spcBef>
                <a:spcPts val="1224"/>
              </a:spcBef>
              <a:spcAft>
                <a:spcPts val="0"/>
              </a:spcAft>
              <a:buClr>
                <a:schemeClr val="tx1"/>
              </a:buClr>
              <a:buSzPct val="90000"/>
              <a:tabLst/>
            </a:pPr>
            <a:r>
              <a:rPr lang="en-US"/>
              <a:t>Second level</a:t>
            </a:r>
          </a:p>
          <a:p>
            <a:pPr marL="514350" marR="0" lvl="2" indent="-514350" algn="l" defTabSz="932742" rtl="0" eaLnBrk="1" fontAlgn="auto" latinLnBrk="0" hangingPunct="1">
              <a:lnSpc>
                <a:spcPct val="90000"/>
              </a:lnSpc>
              <a:spcBef>
                <a:spcPts val="1224"/>
              </a:spcBef>
              <a:spcAft>
                <a:spcPts val="0"/>
              </a:spcAft>
              <a:buClr>
                <a:schemeClr val="tx1"/>
              </a:buClr>
              <a:buSzPct val="90000"/>
              <a:tabLst/>
            </a:pPr>
            <a:r>
              <a:rPr lang="en-US"/>
              <a:t>Third level</a:t>
            </a:r>
          </a:p>
          <a:p>
            <a:pPr marL="514350" marR="0" lvl="3" indent="-514350" algn="l" defTabSz="932742" rtl="0" eaLnBrk="1" fontAlgn="auto" latinLnBrk="0" hangingPunct="1">
              <a:lnSpc>
                <a:spcPct val="90000"/>
              </a:lnSpc>
              <a:spcBef>
                <a:spcPts val="1224"/>
              </a:spcBef>
              <a:spcAft>
                <a:spcPts val="0"/>
              </a:spcAft>
              <a:buClr>
                <a:schemeClr val="tx1"/>
              </a:buClr>
              <a:buSzPct val="90000"/>
              <a:tabLst/>
            </a:pPr>
            <a:r>
              <a:rPr lang="en-US"/>
              <a:t>Fourth level</a:t>
            </a:r>
          </a:p>
          <a:p>
            <a:pPr marL="514350" marR="0" lvl="4" indent="-514350" algn="l" defTabSz="932742" rtl="0" eaLnBrk="1" fontAlgn="auto" latinLnBrk="0" hangingPunct="1">
              <a:lnSpc>
                <a:spcPct val="90000"/>
              </a:lnSpc>
              <a:spcBef>
                <a:spcPts val="1224"/>
              </a:spcBef>
              <a:spcAft>
                <a:spcPts val="0"/>
              </a:spcAft>
              <a:buClr>
                <a:schemeClr val="tx1"/>
              </a:buClr>
              <a:buSzPct val="90000"/>
              <a:tabLst/>
            </a:pPr>
            <a:r>
              <a:rPr lang="en-US"/>
              <a:t>Fifth level</a:t>
            </a:r>
            <a:endParaRPr lang="en-US" dirty="0"/>
          </a:p>
        </p:txBody>
      </p:sp>
    </p:spTree>
    <p:extLst>
      <p:ext uri="{BB962C8B-B14F-4D97-AF65-F5344CB8AC3E}">
        <p14:creationId xmlns:p14="http://schemas.microsoft.com/office/powerpoint/2010/main" val="17679615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74639" y="1211287"/>
            <a:ext cx="5486399" cy="2157514"/>
          </a:xfrm>
        </p:spPr>
        <p:txBody>
          <a:bodyPr wrap="square">
            <a:spAutoFit/>
          </a:bodyPr>
          <a:lstStyle>
            <a:lvl1pPr marL="231775" indent="-231775">
              <a:spcBef>
                <a:spcPts val="1224"/>
              </a:spcBef>
              <a:buClr>
                <a:schemeClr val="tx1"/>
              </a:buClr>
              <a:buFont typeface="Wingdings" panose="05000000000000000000" pitchFamily="2" charset="2"/>
              <a:buChar char=""/>
              <a:defRPr sz="3000" b="0">
                <a:latin typeface="+mn-lt"/>
              </a:defRPr>
            </a:lvl1pPr>
            <a:lvl2pPr marL="427038" indent="-171450">
              <a:buFont typeface="Wingdings" panose="05000000000000000000" pitchFamily="2" charset="2"/>
              <a:buChar char=""/>
              <a:defRPr sz="2400" b="0"/>
            </a:lvl2pPr>
            <a:lvl3pPr marL="639763" indent="-188913">
              <a:buFont typeface="Wingdings" panose="05000000000000000000" pitchFamily="2" charset="2"/>
              <a:buChar char=""/>
              <a:tabLst/>
              <a:defRPr sz="2200" b="0"/>
            </a:lvl3pPr>
            <a:lvl4pPr marL="828675" indent="-176213">
              <a:buFont typeface="Wingdings" panose="05000000000000000000" pitchFamily="2" charset="2"/>
              <a:buChar char=""/>
              <a:defRPr sz="2200" b="0"/>
            </a:lvl4pPr>
            <a:lvl5pPr marL="1023938" indent="-169863">
              <a:buFont typeface="Wingdings" panose="05000000000000000000" pitchFamily="2" charset="2"/>
              <a:buChar char=""/>
              <a:tabLst/>
              <a:defRPr sz="22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6675439" y="1211287"/>
            <a:ext cx="5486399" cy="2123658"/>
          </a:xfrm>
        </p:spPr>
        <p:txBody>
          <a:bodyPr wrap="square">
            <a:spAutoFit/>
          </a:bodyPr>
          <a:lstStyle>
            <a:lvl1pPr marL="287338" indent="-287338">
              <a:spcBef>
                <a:spcPts val="1224"/>
              </a:spcBef>
              <a:buClr>
                <a:schemeClr val="tx1"/>
              </a:buClr>
              <a:buFont typeface="Arial" pitchFamily="34" charset="0"/>
              <a:buChar char="•"/>
              <a:defRPr lang="en-US" sz="3000" b="0" kern="1200" spc="0" baseline="0" dirty="0">
                <a:gradFill>
                  <a:gsLst>
                    <a:gs pos="1250">
                      <a:schemeClr val="tx1"/>
                    </a:gs>
                    <a:gs pos="100000">
                      <a:schemeClr val="tx1"/>
                    </a:gs>
                  </a:gsLst>
                  <a:lin ang="5400000" scaled="0"/>
                </a:gradFill>
                <a:latin typeface="+mn-lt"/>
                <a:ea typeface="+mn-ea"/>
                <a:cs typeface="+mn-cs"/>
              </a:defRPr>
            </a:lvl1pPr>
            <a:lvl2pPr marL="598488" indent="-342900">
              <a:defRPr lang="en-US" sz="2400" b="0" kern="1200" spc="0" baseline="0" dirty="0">
                <a:gradFill>
                  <a:gsLst>
                    <a:gs pos="1250">
                      <a:schemeClr val="tx1"/>
                    </a:gs>
                    <a:gs pos="100000">
                      <a:schemeClr val="tx1"/>
                    </a:gs>
                  </a:gsLst>
                  <a:lin ang="5400000" scaled="0"/>
                </a:gradFill>
                <a:latin typeface="+mn-lt"/>
                <a:ea typeface="+mn-ea"/>
                <a:cs typeface="+mn-cs"/>
              </a:defRPr>
            </a:lvl2pPr>
            <a:lvl3pPr marL="793750" indent="-342900">
              <a:tabLst/>
              <a:defRPr lang="en-US" sz="2200" b="0" kern="1200" spc="0" baseline="0" dirty="0">
                <a:gradFill>
                  <a:gsLst>
                    <a:gs pos="1250">
                      <a:schemeClr val="tx1"/>
                    </a:gs>
                    <a:gs pos="100000">
                      <a:schemeClr val="tx1"/>
                    </a:gs>
                  </a:gsLst>
                  <a:lin ang="5400000" scaled="0"/>
                </a:gradFill>
                <a:latin typeface="+mn-lt"/>
                <a:ea typeface="+mn-ea"/>
                <a:cs typeface="+mn-cs"/>
              </a:defRPr>
            </a:lvl3pPr>
            <a:lvl4pPr marL="995362" indent="-342900">
              <a:defRPr lang="en-US" sz="2200" b="0" kern="1200" spc="0" baseline="0" dirty="0">
                <a:gradFill>
                  <a:gsLst>
                    <a:gs pos="1250">
                      <a:schemeClr val="tx1"/>
                    </a:gs>
                    <a:gs pos="100000">
                      <a:schemeClr val="tx1"/>
                    </a:gs>
                  </a:gsLst>
                  <a:lin ang="5400000" scaled="0"/>
                </a:gradFill>
                <a:latin typeface="+mn-lt"/>
                <a:ea typeface="+mn-ea"/>
                <a:cs typeface="+mn-cs"/>
              </a:defRPr>
            </a:lvl4pPr>
            <a:lvl5pPr marL="1196975" indent="-342900">
              <a:tabLst/>
              <a:defRPr lang="en-US" sz="2200" b="0" kern="1200" spc="0" baseline="0" dirty="0">
                <a:gradFill>
                  <a:gsLst>
                    <a:gs pos="1250">
                      <a:schemeClr val="tx1"/>
                    </a:gs>
                    <a:gs pos="100000">
                      <a:schemeClr val="tx1"/>
                    </a:gs>
                  </a:gsLst>
                  <a:lin ang="5400000" scaled="0"/>
                </a:gradFill>
                <a:latin typeface="+mn-lt"/>
                <a:ea typeface="+mn-ea"/>
                <a:cs typeface="+mn-cs"/>
              </a:defRPr>
            </a:lvl5pPr>
          </a:lstStyle>
          <a:p>
            <a:pPr marL="231775" marR="0" lvl="0"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Edit Master text styles</a:t>
            </a:r>
          </a:p>
          <a:p>
            <a:pPr marL="231775" marR="0" lvl="1"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Second level</a:t>
            </a:r>
          </a:p>
          <a:p>
            <a:pPr marL="231775" marR="0" lvl="2"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Third level</a:t>
            </a:r>
          </a:p>
          <a:p>
            <a:pPr marL="231775" marR="0" lvl="3"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Fourth level</a:t>
            </a:r>
          </a:p>
          <a:p>
            <a:pPr marL="231775" marR="0" lvl="4" indent="-231775" algn="l" defTabSz="932742" rtl="0" eaLnBrk="1" fontAlgn="auto" latinLnBrk="0" hangingPunct="1">
              <a:lnSpc>
                <a:spcPct val="90000"/>
              </a:lnSpc>
              <a:spcBef>
                <a:spcPts val="1224"/>
              </a:spcBef>
              <a:spcAft>
                <a:spcPts val="0"/>
              </a:spcAft>
              <a:buClr>
                <a:schemeClr val="tx1"/>
              </a:buClr>
              <a:buSzPct val="90000"/>
              <a:buFont typeface="Wingdings" panose="05000000000000000000" pitchFamily="2" charset="2"/>
              <a:buChar char=""/>
              <a:tabLst/>
            </a:pPr>
            <a:r>
              <a:rPr lang="en-US"/>
              <a:t>Fifth level</a:t>
            </a:r>
            <a:endParaRPr lang="en-US" dirty="0"/>
          </a:p>
        </p:txBody>
      </p:sp>
    </p:spTree>
    <p:extLst>
      <p:ext uri="{BB962C8B-B14F-4D97-AF65-F5344CB8AC3E}">
        <p14:creationId xmlns:p14="http://schemas.microsoft.com/office/powerpoint/2010/main" val="2729810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638940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77"/>
            <a:ext cx="10056812" cy="1181862"/>
          </a:xfrm>
          <a:noFill/>
        </p:spPr>
        <p:txBody>
          <a:bodyPr tIns="91440" bIns="91440" anchor="t" anchorCtr="0">
            <a:spAutoFit/>
          </a:bodyPr>
          <a:lstStyle>
            <a:lvl1pPr>
              <a:defRPr sz="7200" spc="-100"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38664"/>
          </a:xfrm>
          <a:noFill/>
        </p:spPr>
        <p:txBody>
          <a:bodyPr lIns="182880" tIns="146304" rIns="182880" bIns="146304">
            <a:spAutoFit/>
          </a:bodyPr>
          <a:lstStyle>
            <a:lvl1pPr marL="0" indent="0">
              <a:spcBef>
                <a:spcPts val="0"/>
              </a:spcBef>
              <a:buNone/>
              <a:defRPr sz="3200"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17371804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125677"/>
            <a:ext cx="10056812" cy="1181862"/>
          </a:xfrm>
          <a:noFill/>
        </p:spPr>
        <p:txBody>
          <a:bodyPr tIns="91440" bIns="91440" anchor="t" anchorCtr="0">
            <a:spAutoFit/>
          </a:bodyPr>
          <a:lstStyle>
            <a:lvl1pPr>
              <a:defRPr lang="en-US" sz="7200" b="0" kern="1200" cap="none" spc="-100"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295182941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7466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F0525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181862"/>
          </a:xfrm>
          <a:noFill/>
        </p:spPr>
        <p:txBody>
          <a:bodyPr tIns="91440" bIns="91440" anchor="t" anchorCtr="0">
            <a:spAutoFit/>
          </a:bodyPr>
          <a:lstStyle>
            <a:lvl1pPr>
              <a:defRPr sz="7200" spc="-10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069750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quare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2740132"/>
            <a:ext cx="4892040" cy="1514261"/>
          </a:xfrm>
        </p:spPr>
        <p:txBody>
          <a:bodyPr wrap="square" anchor="ctr">
            <a:spAutoFit/>
          </a:bodyPr>
          <a:lstStyle>
            <a:lvl1pPr>
              <a:defRPr sz="4800" baseline="0">
                <a:gradFill>
                  <a:gsLst>
                    <a:gs pos="1250">
                      <a:schemeClr val="tx1"/>
                    </a:gs>
                    <a:gs pos="100000">
                      <a:schemeClr val="tx1"/>
                    </a:gs>
                  </a:gsLst>
                  <a:lin ang="5400000" scaled="0"/>
                </a:gradFill>
              </a:defRPr>
            </a:lvl1pPr>
          </a:lstStyle>
          <a:p>
            <a:r>
              <a:rPr lang="en-US" dirty="0"/>
              <a:t>Square photo layout</a:t>
            </a:r>
          </a:p>
        </p:txBody>
      </p:sp>
      <p:sp>
        <p:nvSpPr>
          <p:cNvPr id="6" name="Picture Placeholder 4"/>
          <p:cNvSpPr>
            <a:spLocks noGrp="1" noChangeAspect="1"/>
          </p:cNvSpPr>
          <p:nvPr>
            <p:ph type="pic" sz="quarter" idx="10"/>
          </p:nvPr>
        </p:nvSpPr>
        <p:spPr bwMode="ltGray">
          <a:xfrm>
            <a:off x="5441315" y="0"/>
            <a:ext cx="6995160" cy="6992587"/>
          </a:xfrm>
          <a:prstGeom prst="rect">
            <a:avLst/>
          </a:prstGeom>
          <a:blipFill>
            <a:blip r:embed="rId2" cstate="email">
              <a:extLst>
                <a:ext uri="{28A0092B-C50C-407E-A947-70E740481C1C}">
                  <a14:useLocalDpi xmlns:a14="http://schemas.microsoft.com/office/drawing/2010/main"/>
                </a:ext>
              </a:extLst>
            </a:blip>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a:t>Click icon to add picture</a:t>
            </a:r>
            <a:endParaRPr lang="en-US" dirty="0"/>
          </a:p>
        </p:txBody>
      </p:sp>
    </p:spTree>
    <p:extLst>
      <p:ext uri="{BB962C8B-B14F-4D97-AF65-F5344CB8AC3E}">
        <p14:creationId xmlns:p14="http://schemas.microsoft.com/office/powerpoint/2010/main" val="1211420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pos="342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7045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F0525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9517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Evaluation Slide">
    <p:spTree>
      <p:nvGrpSpPr>
        <p:cNvPr id="1" name=""/>
        <p:cNvGrpSpPr/>
        <p:nvPr/>
      </p:nvGrpSpPr>
      <p:grpSpPr>
        <a:xfrm>
          <a:off x="0" y="0"/>
          <a:ext cx="0" cy="0"/>
          <a:chOff x="0" y="0"/>
          <a:chExt cx="0" cy="0"/>
        </a:xfrm>
      </p:grpSpPr>
      <p:sp>
        <p:nvSpPr>
          <p:cNvPr id="2" name="Title 1"/>
          <p:cNvSpPr>
            <a:spLocks noGrp="1"/>
          </p:cNvSpPr>
          <p:nvPr>
            <p:ph type="title"/>
          </p:nvPr>
        </p:nvSpPr>
        <p:spPr>
          <a:xfrm>
            <a:off x="5120969" y="295274"/>
            <a:ext cx="7043233" cy="917575"/>
          </a:xfrm>
        </p:spPr>
        <p:txBody>
          <a:bodyPr/>
          <a:lstStyle>
            <a:lvl1pPr>
              <a:defRPr sz="4000"/>
            </a:lvl1pPr>
          </a:lstStyle>
          <a:p>
            <a:r>
              <a:rPr lang="en-US"/>
              <a:t>Click to edit Master title style</a:t>
            </a:r>
            <a:endParaRPr lang="en-US" dirty="0"/>
          </a:p>
        </p:txBody>
      </p:sp>
      <p:sp>
        <p:nvSpPr>
          <p:cNvPr id="4" name="Text Placeholder 3"/>
          <p:cNvSpPr>
            <a:spLocks noGrp="1"/>
          </p:cNvSpPr>
          <p:nvPr>
            <p:ph type="body" sz="quarter" idx="10"/>
          </p:nvPr>
        </p:nvSpPr>
        <p:spPr>
          <a:xfrm>
            <a:off x="5120970" y="4868863"/>
            <a:ext cx="7042456" cy="1828800"/>
          </a:xfrm>
        </p:spPr>
        <p:txBody>
          <a:bodyPr wrap="square">
            <a:noAutofit/>
          </a:bodyPr>
          <a:lstStyle>
            <a:lvl1pPr marL="0" indent="0">
              <a:spcBef>
                <a:spcPts val="1800"/>
              </a:spcBef>
              <a:buNone/>
              <a:defRPr sz="2000">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p:txBody>
      </p:sp>
      <p:pic>
        <p:nvPicPr>
          <p:cNvPr id="5" name="Picture 4" descr="Image of Ignite app on a Windows Device." title="Ignite event image">
            <a:extLst>
              <a:ext uri="{FF2B5EF4-FFF2-40B4-BE49-F238E27FC236}">
                <a16:creationId xmlns:a16="http://schemas.microsoft.com/office/drawing/2014/main" id="{E803C22C-E970-4ADA-A60C-5127C1C2C1D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1"/>
            <a:ext cx="4925696" cy="6995160"/>
          </a:xfrm>
          <a:prstGeom prst="rect">
            <a:avLst/>
          </a:prstGeom>
        </p:spPr>
      </p:pic>
    </p:spTree>
    <p:extLst>
      <p:ext uri="{BB962C8B-B14F-4D97-AF65-F5344CB8AC3E}">
        <p14:creationId xmlns:p14="http://schemas.microsoft.com/office/powerpoint/2010/main" val="1066976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212849"/>
            <a:ext cx="12436475" cy="5781676"/>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9" tIns="46639" rIns="46639" bIns="46639" numCol="1" spcCol="0" rtlCol="0" fromWordArt="0" anchor="ctr" anchorCtr="0" forceAA="0" compatLnSpc="1">
            <a:prstTxWarp prst="textNoShape">
              <a:avLst/>
            </a:prstTxWarp>
            <a:noAutofit/>
          </a:bodyPr>
          <a:lstStyle/>
          <a:p>
            <a:pPr algn="ctr" defTabSz="932472"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74638" y="1221157"/>
            <a:ext cx="11887199" cy="1995931"/>
          </a:xfrm>
        </p:spPr>
        <p:txBody>
          <a:bodyPr/>
          <a:lstStyle>
            <a:lvl1pPr marL="0" indent="0">
              <a:buNone/>
              <a:defRPr sz="3300">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1pPr>
            <a:lvl2pPr marL="34655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2pPr>
            <a:lvl3pPr marL="58460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3pPr>
            <a:lvl4pPr marL="814563"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4pPr>
            <a:lvl5pPr marL="1050997" indent="0">
              <a:buNone/>
              <a:defRPr>
                <a:gradFill>
                  <a:gsLst>
                    <a:gs pos="8718">
                      <a:srgbClr val="353535"/>
                    </a:gs>
                    <a:gs pos="34000">
                      <a:srgbClr val="353535"/>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3686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chemeClr val="bg1"/>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MS logo white - EMF"/>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bwMode="black">
          <a:xfrm>
            <a:off x="460688" y="479425"/>
            <a:ext cx="1451843" cy="310896"/>
          </a:xfrm>
          <a:prstGeom prst="rect">
            <a:avLst/>
          </a:prstGeom>
        </p:spPr>
      </p:pic>
    </p:spTree>
    <p:extLst>
      <p:ext uri="{BB962C8B-B14F-4D97-AF65-F5344CB8AC3E}">
        <p14:creationId xmlns:p14="http://schemas.microsoft.com/office/powerpoint/2010/main" val="39546700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74638" y="1212850"/>
            <a:ext cx="11887200" cy="2443746"/>
          </a:xfrm>
          <a:prstGeom prst="rect">
            <a:avLst/>
          </a:prstGeom>
        </p:spPr>
        <p:txBody>
          <a:bodyPr/>
          <a:lstStyle>
            <a:lvl1pPr marL="290513" indent="-290513">
              <a:buClr>
                <a:schemeClr val="tx1"/>
              </a:buClr>
              <a:buSzPct val="90000"/>
              <a:buFont typeface="Arial" pitchFamily="34" charset="0"/>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Arial" pitchFamily="34" charset="0"/>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Arial" pitchFamily="34" charset="0"/>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Arial" pitchFamily="34" charset="0"/>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280646328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image" Target="../media/image1.emf"/><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theme" Target="../theme/theme2.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18" Type="http://schemas.openxmlformats.org/officeDocument/2006/relationships/slideLayout" Target="../slideLayouts/slideLayout55.xml"/><Relationship Id="rId26" Type="http://schemas.openxmlformats.org/officeDocument/2006/relationships/theme" Target="../theme/theme3.xml"/><Relationship Id="rId3" Type="http://schemas.openxmlformats.org/officeDocument/2006/relationships/slideLayout" Target="../slideLayouts/slideLayout40.xml"/><Relationship Id="rId21" Type="http://schemas.openxmlformats.org/officeDocument/2006/relationships/slideLayout" Target="../slideLayouts/slideLayout58.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slideLayout" Target="../slideLayouts/slideLayout54.xml"/><Relationship Id="rId25" Type="http://schemas.openxmlformats.org/officeDocument/2006/relationships/slideLayout" Target="../slideLayouts/slideLayout62.xml"/><Relationship Id="rId2" Type="http://schemas.openxmlformats.org/officeDocument/2006/relationships/slideLayout" Target="../slideLayouts/slideLayout39.xml"/><Relationship Id="rId16" Type="http://schemas.openxmlformats.org/officeDocument/2006/relationships/slideLayout" Target="../slideLayouts/slideLayout53.xml"/><Relationship Id="rId20" Type="http://schemas.openxmlformats.org/officeDocument/2006/relationships/slideLayout" Target="../slideLayouts/slideLayout57.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24" Type="http://schemas.openxmlformats.org/officeDocument/2006/relationships/slideLayout" Target="../slideLayouts/slideLayout61.xml"/><Relationship Id="rId5" Type="http://schemas.openxmlformats.org/officeDocument/2006/relationships/slideLayout" Target="../slideLayouts/slideLayout42.xml"/><Relationship Id="rId15" Type="http://schemas.openxmlformats.org/officeDocument/2006/relationships/slideLayout" Target="../slideLayouts/slideLayout52.xml"/><Relationship Id="rId23" Type="http://schemas.openxmlformats.org/officeDocument/2006/relationships/slideLayout" Target="../slideLayouts/slideLayout60.xml"/><Relationship Id="rId10" Type="http://schemas.openxmlformats.org/officeDocument/2006/relationships/slideLayout" Target="../slideLayouts/slideLayout47.xml"/><Relationship Id="rId19" Type="http://schemas.openxmlformats.org/officeDocument/2006/relationships/slideLayout" Target="../slideLayouts/slideLayout56.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 Id="rId22" Type="http://schemas.openxmlformats.org/officeDocument/2006/relationships/slideLayout" Target="../slideLayouts/slideLayout5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0.xml"/><Relationship Id="rId13" Type="http://schemas.openxmlformats.org/officeDocument/2006/relationships/slideLayout" Target="../slideLayouts/slideLayout75.xml"/><Relationship Id="rId18" Type="http://schemas.openxmlformats.org/officeDocument/2006/relationships/theme" Target="../theme/theme4.xml"/><Relationship Id="rId3" Type="http://schemas.openxmlformats.org/officeDocument/2006/relationships/slideLayout" Target="../slideLayouts/slideLayout65.xml"/><Relationship Id="rId7" Type="http://schemas.openxmlformats.org/officeDocument/2006/relationships/slideLayout" Target="../slideLayouts/slideLayout69.xml"/><Relationship Id="rId12" Type="http://schemas.openxmlformats.org/officeDocument/2006/relationships/slideLayout" Target="../slideLayouts/slideLayout74.xml"/><Relationship Id="rId17" Type="http://schemas.openxmlformats.org/officeDocument/2006/relationships/slideLayout" Target="../slideLayouts/slideLayout79.xml"/><Relationship Id="rId2" Type="http://schemas.openxmlformats.org/officeDocument/2006/relationships/slideLayout" Target="../slideLayouts/slideLayout64.xml"/><Relationship Id="rId16" Type="http://schemas.openxmlformats.org/officeDocument/2006/relationships/slideLayout" Target="../slideLayouts/slideLayout78.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slideLayout" Target="../slideLayouts/slideLayout73.xml"/><Relationship Id="rId5" Type="http://schemas.openxmlformats.org/officeDocument/2006/relationships/slideLayout" Target="../slideLayouts/slideLayout67.xml"/><Relationship Id="rId15" Type="http://schemas.openxmlformats.org/officeDocument/2006/relationships/slideLayout" Target="../slideLayouts/slideLayout77.xml"/><Relationship Id="rId10" Type="http://schemas.openxmlformats.org/officeDocument/2006/relationships/slideLayout" Target="../slideLayouts/slideLayout72.xml"/><Relationship Id="rId19" Type="http://schemas.openxmlformats.org/officeDocument/2006/relationships/image" Target="../media/image1.emf"/><Relationship Id="rId4" Type="http://schemas.openxmlformats.org/officeDocument/2006/relationships/slideLayout" Target="../slideLayouts/slideLayout66.xml"/><Relationship Id="rId9" Type="http://schemas.openxmlformats.org/officeDocument/2006/relationships/slideLayout" Target="../slideLayouts/slideLayout71.xml"/><Relationship Id="rId14" Type="http://schemas.openxmlformats.org/officeDocument/2006/relationships/slideLayout" Target="../slideLayouts/slideLayout7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87.xml"/><Relationship Id="rId13" Type="http://schemas.openxmlformats.org/officeDocument/2006/relationships/slideLayout" Target="../slideLayouts/slideLayout92.xml"/><Relationship Id="rId18" Type="http://schemas.openxmlformats.org/officeDocument/2006/relationships/theme" Target="../theme/theme5.xml"/><Relationship Id="rId3" Type="http://schemas.openxmlformats.org/officeDocument/2006/relationships/slideLayout" Target="../slideLayouts/slideLayout82.xml"/><Relationship Id="rId7" Type="http://schemas.openxmlformats.org/officeDocument/2006/relationships/slideLayout" Target="../slideLayouts/slideLayout86.xml"/><Relationship Id="rId12" Type="http://schemas.openxmlformats.org/officeDocument/2006/relationships/slideLayout" Target="../slideLayouts/slideLayout91.xml"/><Relationship Id="rId17" Type="http://schemas.openxmlformats.org/officeDocument/2006/relationships/slideLayout" Target="../slideLayouts/slideLayout96.xml"/><Relationship Id="rId2" Type="http://schemas.openxmlformats.org/officeDocument/2006/relationships/slideLayout" Target="../slideLayouts/slideLayout81.xml"/><Relationship Id="rId16" Type="http://schemas.openxmlformats.org/officeDocument/2006/relationships/slideLayout" Target="../slideLayouts/slideLayout95.xml"/><Relationship Id="rId1" Type="http://schemas.openxmlformats.org/officeDocument/2006/relationships/slideLayout" Target="../slideLayouts/slideLayout80.xml"/><Relationship Id="rId6" Type="http://schemas.openxmlformats.org/officeDocument/2006/relationships/slideLayout" Target="../slideLayouts/slideLayout85.xml"/><Relationship Id="rId11" Type="http://schemas.openxmlformats.org/officeDocument/2006/relationships/slideLayout" Target="../slideLayouts/slideLayout90.xml"/><Relationship Id="rId5" Type="http://schemas.openxmlformats.org/officeDocument/2006/relationships/slideLayout" Target="../slideLayouts/slideLayout84.xml"/><Relationship Id="rId15" Type="http://schemas.openxmlformats.org/officeDocument/2006/relationships/slideLayout" Target="../slideLayouts/slideLayout94.xml"/><Relationship Id="rId10" Type="http://schemas.openxmlformats.org/officeDocument/2006/relationships/slideLayout" Target="../slideLayouts/slideLayout89.xml"/><Relationship Id="rId19" Type="http://schemas.openxmlformats.org/officeDocument/2006/relationships/image" Target="../media/image1.emf"/><Relationship Id="rId4" Type="http://schemas.openxmlformats.org/officeDocument/2006/relationships/slideLayout" Target="../slideLayouts/slideLayout83.xml"/><Relationship Id="rId9" Type="http://schemas.openxmlformats.org/officeDocument/2006/relationships/slideLayout" Target="../slideLayouts/slideLayout88.xml"/><Relationship Id="rId14" Type="http://schemas.openxmlformats.org/officeDocument/2006/relationships/slideLayout" Target="../slideLayouts/slideLayout9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4059602932"/>
      </p:ext>
    </p:extLst>
  </p:cSld>
  <p:clrMap bg1="lt1" tx1="dk1" bg2="lt2" tx2="dk2" accent1="accent1" accent2="accent2" accent3="accent3" accent4="accent4" accent5="accent5" accent6="accent6" hlink="hlink" folHlink="folHlink"/>
  <p:sldLayoutIdLst>
    <p:sldLayoutId id="2147484478" r:id="rId1"/>
    <p:sldLayoutId id="2147484480" r:id="rId2"/>
    <p:sldLayoutId id="2147484481" r:id="rId3"/>
    <p:sldLayoutId id="2147484482" r:id="rId4"/>
    <p:sldLayoutId id="2147484483" r:id="rId5"/>
    <p:sldLayoutId id="2147484484" r:id="rId6"/>
    <p:sldLayoutId id="2147484485" r:id="rId7"/>
    <p:sldLayoutId id="2147484486" r:id="rId8"/>
    <p:sldLayoutId id="2147484487" r:id="rId9"/>
    <p:sldLayoutId id="2147484488" r:id="rId10"/>
    <p:sldLayoutId id="2147484489" r:id="rId11"/>
    <p:sldLayoutId id="2147484490" r:id="rId12"/>
    <p:sldLayoutId id="2147484491" r:id="rId13"/>
    <p:sldLayoutId id="2147484517" r:id="rId14"/>
    <p:sldLayoutId id="2147484492" r:id="rId15"/>
    <p:sldLayoutId id="2147484493" r:id="rId16"/>
    <p:sldLayoutId id="2147484494" r:id="rId17"/>
    <p:sldLayoutId id="2147484545" r:id="rId18"/>
    <p:sldLayoutId id="2147484546" r:id="rId19"/>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dirty="0"/>
              <a:t>Click to edit Master title style</a:t>
            </a:r>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2005544715"/>
      </p:ext>
    </p:extLst>
  </p:cSld>
  <p:clrMap bg1="dk1" tx1="lt1" bg2="dk2" tx2="lt2" accent1="accent1" accent2="accent2" accent3="accent3" accent4="accent4" accent5="accent5" accent6="accent6" hlink="hlink" folHlink="folHlink"/>
  <p:sldLayoutIdLst>
    <p:sldLayoutId id="2147484498" r:id="rId1"/>
    <p:sldLayoutId id="2147484500" r:id="rId2"/>
    <p:sldLayoutId id="2147484501" r:id="rId3"/>
    <p:sldLayoutId id="2147484502" r:id="rId4"/>
    <p:sldLayoutId id="2147484503" r:id="rId5"/>
    <p:sldLayoutId id="2147484504" r:id="rId6"/>
    <p:sldLayoutId id="2147484516" r:id="rId7"/>
    <p:sldLayoutId id="2147484505" r:id="rId8"/>
    <p:sldLayoutId id="2147484506" r:id="rId9"/>
    <p:sldLayoutId id="2147484507" r:id="rId10"/>
    <p:sldLayoutId id="2147484508" r:id="rId11"/>
    <p:sldLayoutId id="2147484509" r:id="rId12"/>
    <p:sldLayoutId id="2147484518" r:id="rId13"/>
    <p:sldLayoutId id="2147484510" r:id="rId14"/>
    <p:sldLayoutId id="2147484511" r:id="rId15"/>
    <p:sldLayoutId id="2147484512" r:id="rId16"/>
    <p:sldLayoutId id="2147484513" r:id="rId17"/>
    <p:sldLayoutId id="2147484514" r:id="rId18"/>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8F8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092881"/>
          </a:xfrm>
          <a:prstGeom prst="rect">
            <a:avLst/>
          </a:prstGeom>
        </p:spPr>
        <p:txBody>
          <a:bodyPr vert="horz" wrap="square" lIns="146304" tIns="91440" rIns="146304" bIns="9144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3" name="Group 2"/>
          <p:cNvGrpSpPr/>
          <p:nvPr userDrawn="1"/>
        </p:nvGrpSpPr>
        <p:grpSpPr>
          <a:xfrm>
            <a:off x="12618967" y="0"/>
            <a:ext cx="952401" cy="5766967"/>
            <a:chOff x="12618967" y="0"/>
            <a:chExt cx="952401" cy="5766967"/>
          </a:xfrm>
        </p:grpSpPr>
        <p:grpSp>
          <p:nvGrpSpPr>
            <p:cNvPr id="26" name="Group 25"/>
            <p:cNvGrpSpPr/>
            <p:nvPr userDrawn="1"/>
          </p:nvGrpSpPr>
          <p:grpSpPr>
            <a:xfrm rot="5400000">
              <a:off x="11584220" y="1040742"/>
              <a:ext cx="2698730" cy="629236"/>
              <a:chOff x="1584344" y="4543426"/>
              <a:chExt cx="2698730" cy="629236"/>
            </a:xfrm>
          </p:grpSpPr>
          <p:sp>
            <p:nvSpPr>
              <p:cNvPr id="37" name="Rectangle 36"/>
              <p:cNvSpPr/>
              <p:nvPr userDrawn="1"/>
            </p:nvSpPr>
            <p:spPr bwMode="auto">
              <a:xfrm>
                <a:off x="1586734" y="4543428"/>
                <a:ext cx="869930" cy="28976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err="1">
                    <a:gradFill>
                      <a:gsLst>
                        <a:gs pos="0">
                          <a:srgbClr val="FFFFFF"/>
                        </a:gs>
                        <a:gs pos="100000">
                          <a:srgbClr val="FFFFFF"/>
                        </a:gs>
                      </a:gsLst>
                      <a:lin ang="5400000" scaled="0"/>
                    </a:gradFill>
                    <a:latin typeface="+mn-lt"/>
                    <a:ea typeface="Segoe UI" pitchFamily="34" charset="0"/>
                    <a:cs typeface="Segoe UI" pitchFamily="34" charset="0"/>
                  </a:rPr>
                  <a:t>Oragen</a:t>
                </a:r>
                <a:endPar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endParaRPr>
              </a:p>
              <a:p>
                <a:pPr algn="l" defTabSz="932472" fontAlgn="base">
                  <a:lnSpc>
                    <a:spcPct val="100000"/>
                  </a:lnSpc>
                  <a:spcBef>
                    <a:spcPct val="0"/>
                  </a:spcBef>
                  <a:spcAft>
                    <a:spcPct val="0"/>
                  </a:spcAft>
                </a:pPr>
                <a:r>
                  <a:rPr lang="en-US" sz="500" dirty="0">
                    <a:gradFill>
                      <a:gsLst>
                        <a:gs pos="0">
                          <a:srgbClr val="FFFFFF"/>
                        </a:gs>
                        <a:gs pos="100000">
                          <a:srgbClr val="FFFFFF"/>
                        </a:gs>
                      </a:gsLst>
                      <a:lin ang="5400000" scaled="0"/>
                    </a:gradFill>
                    <a:ea typeface="Segoe UI" pitchFamily="34" charset="0"/>
                    <a:cs typeface="Segoe UI" pitchFamily="34" charset="0"/>
                  </a:rPr>
                  <a:t>R:</a:t>
                </a:r>
                <a:r>
                  <a:rPr lang="en-US" sz="500" baseline="0" dirty="0">
                    <a:gradFill>
                      <a:gsLst>
                        <a:gs pos="0">
                          <a:srgbClr val="FFFFFF"/>
                        </a:gs>
                        <a:gs pos="100000">
                          <a:srgbClr val="FFFFFF"/>
                        </a:gs>
                      </a:gsLst>
                      <a:lin ang="5400000" scaled="0"/>
                    </a:gradFill>
                    <a:ea typeface="Segoe UI" pitchFamily="34" charset="0"/>
                    <a:cs typeface="Segoe UI" pitchFamily="34" charset="0"/>
                  </a:rPr>
                  <a:t>216 G:59 B:1</a:t>
                </a:r>
                <a:endParaRPr lang="en-US" sz="500" dirty="0">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p:cNvSpPr/>
              <p:nvPr userDrawn="1"/>
            </p:nvSpPr>
            <p:spPr bwMode="auto">
              <a:xfrm>
                <a:off x="2505456" y="4543427"/>
                <a:ext cx="869930" cy="289766"/>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algn="l" defTabSz="932472" fontAlgn="base">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Blue</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R:0 G:120 B:215</a:t>
                </a:r>
              </a:p>
            </p:txBody>
          </p:sp>
          <p:sp>
            <p:nvSpPr>
              <p:cNvPr id="42" name="Rectangle 41"/>
              <p:cNvSpPr/>
              <p:nvPr userDrawn="1"/>
            </p:nvSpPr>
            <p:spPr bwMode="auto">
              <a:xfrm>
                <a:off x="3413144" y="4543426"/>
                <a:ext cx="869930" cy="289766"/>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Gray</a:t>
                </a:r>
              </a:p>
              <a:p>
                <a:pPr marL="0" algn="l" defTabSz="932472" rtl="0" eaLnBrk="1" fontAlgn="base" latinLnBrk="0" hangingPunct="1">
                  <a:lnSpc>
                    <a:spcPct val="100000"/>
                  </a:lnSpc>
                  <a:spcBef>
                    <a:spcPct val="0"/>
                  </a:spcBef>
                  <a:spcAft>
                    <a:spcPct val="0"/>
                  </a:spcAft>
                </a:pPr>
                <a:r>
                  <a:rPr lang="en-US" sz="500" kern="1200" dirty="0">
                    <a:gradFill>
                      <a:gsLst>
                        <a:gs pos="2092">
                          <a:srgbClr val="F8F8F8"/>
                        </a:gs>
                        <a:gs pos="10042">
                          <a:srgbClr val="F8F8F8"/>
                        </a:gs>
                      </a:gsLst>
                      <a:lin ang="5400000" scaled="0"/>
                    </a:gradFill>
                    <a:latin typeface="+mn-lt"/>
                    <a:ea typeface="Segoe UI" pitchFamily="34" charset="0"/>
                    <a:cs typeface="Segoe UI" pitchFamily="34" charset="0"/>
                  </a:rPr>
                  <a:t>R:80 G:80 B:80</a:t>
                </a:r>
              </a:p>
            </p:txBody>
          </p:sp>
          <p:sp>
            <p:nvSpPr>
              <p:cNvPr id="43" name="Rectangle 42"/>
              <p:cNvSpPr/>
              <p:nvPr userDrawn="1"/>
            </p:nvSpPr>
            <p:spPr bwMode="auto">
              <a:xfrm>
                <a:off x="2498744" y="4882896"/>
                <a:ext cx="869930" cy="289766"/>
              </a:xfrm>
              <a:prstGeom prst="rect">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Yellow</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G:185 B:0</a:t>
                </a:r>
              </a:p>
            </p:txBody>
          </p:sp>
          <p:sp>
            <p:nvSpPr>
              <p:cNvPr id="44" name="Rectangle 43"/>
              <p:cNvSpPr/>
              <p:nvPr userDrawn="1"/>
            </p:nvSpPr>
            <p:spPr bwMode="auto">
              <a:xfrm>
                <a:off x="3413144" y="4882895"/>
                <a:ext cx="869930" cy="289766"/>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Orange</a:t>
                </a:r>
              </a:p>
              <a:p>
                <a:pPr marL="0" algn="l" defTabSz="932472" rtl="0" eaLnBrk="1" fontAlgn="base" latinLnBrk="0" hangingPunct="1">
                  <a:lnSpc>
                    <a:spcPct val="100000"/>
                  </a:lnSpc>
                  <a:spcBef>
                    <a:spcPct val="0"/>
                  </a:spcBef>
                  <a:spcAft>
                    <a:spcPct val="0"/>
                  </a:spcAft>
                </a:pPr>
                <a:r>
                  <a:rPr lang="en-US" sz="500" kern="1200" dirty="0">
                    <a:gradFill>
                      <a:gsLst>
                        <a:gs pos="37168">
                          <a:srgbClr val="292929"/>
                        </a:gs>
                        <a:gs pos="72000">
                          <a:srgbClr val="292929"/>
                        </a:gs>
                      </a:gsLst>
                      <a:lin ang="5400000" scaled="0"/>
                    </a:gradFill>
                    <a:latin typeface="+mn-lt"/>
                    <a:ea typeface="Segoe UI" pitchFamily="34" charset="0"/>
                    <a:cs typeface="Segoe UI" pitchFamily="34" charset="0"/>
                  </a:rPr>
                  <a:t>R:255 G:140 B:0</a:t>
                </a:r>
              </a:p>
            </p:txBody>
          </p:sp>
          <p:sp>
            <p:nvSpPr>
              <p:cNvPr id="45" name="Rectangle 44"/>
              <p:cNvSpPr/>
              <p:nvPr userDrawn="1"/>
            </p:nvSpPr>
            <p:spPr bwMode="auto">
              <a:xfrm>
                <a:off x="1584344" y="4882896"/>
                <a:ext cx="869930" cy="289766"/>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37168">
                          <a:srgbClr val="292929"/>
                        </a:gs>
                        <a:gs pos="72000">
                          <a:srgbClr val="292929"/>
                        </a:gs>
                      </a:gsLst>
                      <a:lin ang="5400000" scaled="0"/>
                    </a:gradFill>
                    <a:latin typeface="+mn-lt"/>
                    <a:ea typeface="Segoe UI" pitchFamily="34" charset="0"/>
                    <a:cs typeface="Segoe UI" pitchFamily="34" charset="0"/>
                  </a:rPr>
                  <a:t>Light Gray</a:t>
                </a:r>
              </a:p>
              <a:p>
                <a:pPr algn="l" defTabSz="932472" fontAlgn="base">
                  <a:lnSpc>
                    <a:spcPct val="100000"/>
                  </a:lnSpc>
                  <a:spcBef>
                    <a:spcPct val="0"/>
                  </a:spcBef>
                  <a:spcAft>
                    <a:spcPct val="0"/>
                  </a:spcAft>
                </a:pPr>
                <a:r>
                  <a:rPr lang="en-US" sz="500" dirty="0">
                    <a:gradFill>
                      <a:gsLst>
                        <a:gs pos="37168">
                          <a:srgbClr val="292929"/>
                        </a:gs>
                        <a:gs pos="72000">
                          <a:srgbClr val="292929"/>
                        </a:gs>
                      </a:gsLst>
                      <a:lin ang="5400000" scaled="0"/>
                    </a:gradFill>
                    <a:ea typeface="Segoe UI" pitchFamily="34" charset="0"/>
                    <a:cs typeface="Segoe UI" pitchFamily="34" charset="0"/>
                  </a:rPr>
                  <a:t>R:</a:t>
                </a:r>
                <a:r>
                  <a:rPr lang="en-US" sz="500" baseline="0" dirty="0">
                    <a:gradFill>
                      <a:gsLst>
                        <a:gs pos="37168">
                          <a:srgbClr val="292929"/>
                        </a:gs>
                        <a:gs pos="72000">
                          <a:srgbClr val="292929"/>
                        </a:gs>
                      </a:gsLst>
                      <a:lin ang="5400000" scaled="0"/>
                    </a:gradFill>
                    <a:ea typeface="Segoe UI" pitchFamily="34" charset="0"/>
                    <a:cs typeface="Segoe UI" pitchFamily="34" charset="0"/>
                  </a:rPr>
                  <a:t>210 G:210 B:210</a:t>
                </a:r>
                <a:endParaRPr lang="en-US" sz="500" dirty="0">
                  <a:gradFill>
                    <a:gsLst>
                      <a:gs pos="37168">
                        <a:srgbClr val="292929"/>
                      </a:gs>
                      <a:gs pos="72000">
                        <a:srgbClr val="292929"/>
                      </a:gs>
                    </a:gsLst>
                    <a:lin ang="5400000" scaled="0"/>
                  </a:gradFill>
                  <a:ea typeface="Segoe UI" pitchFamily="34" charset="0"/>
                  <a:cs typeface="Segoe UI" pitchFamily="34" charset="0"/>
                </a:endParaRPr>
              </a:p>
            </p:txBody>
          </p:sp>
        </p:grpSp>
        <p:sp>
          <p:nvSpPr>
            <p:cNvPr id="28" name="TextBox 27"/>
            <p:cNvSpPr txBox="1"/>
            <p:nvPr userDrawn="1"/>
          </p:nvSpPr>
          <p:spPr>
            <a:xfrm rot="5400000">
              <a:off x="12988035" y="260168"/>
              <a:ext cx="843501"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Main colors</a:t>
              </a:r>
            </a:p>
          </p:txBody>
        </p:sp>
        <p:sp>
          <p:nvSpPr>
            <p:cNvPr id="32" name="TextBox 31"/>
            <p:cNvSpPr txBox="1"/>
            <p:nvPr userDrawn="1"/>
          </p:nvSpPr>
          <p:spPr>
            <a:xfrm rot="5400000">
              <a:off x="11742070" y="4230580"/>
              <a:ext cx="2656496" cy="323165"/>
            </a:xfrm>
            <a:prstGeom prst="rect">
              <a:avLst/>
            </a:prstGeom>
            <a:noFill/>
          </p:spPr>
          <p:txBody>
            <a:bodyPr wrap="none" lIns="0" tIns="91440" rIns="182880" bIns="91440" rtlCol="0">
              <a:spAutoFit/>
            </a:bodyPr>
            <a:lstStyle/>
            <a:p>
              <a:pPr marL="0" algn="l" defTabSz="932742" rtl="0" eaLnBrk="1" latinLnBrk="0" hangingPunct="1">
                <a:lnSpc>
                  <a:spcPct val="90000"/>
                </a:lnSpc>
                <a:spcAft>
                  <a:spcPts val="600"/>
                </a:spcAft>
              </a:pPr>
              <a:r>
                <a:rPr lang="en-US" sz="1000" kern="1200" dirty="0">
                  <a:gradFill>
                    <a:gsLst>
                      <a:gs pos="82301">
                        <a:srgbClr val="292929"/>
                      </a:gs>
                      <a:gs pos="62000">
                        <a:srgbClr val="292929"/>
                      </a:gs>
                    </a:gsLst>
                    <a:lin ang="5400000" scaled="0"/>
                  </a:gradFill>
                  <a:latin typeface="+mn-lt"/>
                  <a:ea typeface="+mn-ea"/>
                  <a:cs typeface="+mn-cs"/>
                </a:rPr>
                <a:t>Secondary colors (use only when necessary)</a:t>
              </a:r>
            </a:p>
          </p:txBody>
        </p:sp>
        <p:sp>
          <p:nvSpPr>
            <p:cNvPr id="22" name="Rectangle 21"/>
            <p:cNvSpPr/>
            <p:nvPr userDrawn="1"/>
          </p:nvSpPr>
          <p:spPr bwMode="auto">
            <a:xfrm rot="5400000">
              <a:off x="12328888" y="5187119"/>
              <a:ext cx="869930" cy="289766"/>
            </a:xfrm>
            <a:prstGeom prst="rect">
              <a:avLst/>
            </a:prstGeom>
            <a:solidFill>
              <a:srgbClr val="A8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Red</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a:t>
              </a:r>
              <a:r>
                <a:rPr lang="en-US" sz="500" baseline="0" dirty="0">
                  <a:gradFill>
                    <a:gsLst>
                      <a:gs pos="2092">
                        <a:srgbClr val="F8F8F8"/>
                      </a:gs>
                      <a:gs pos="10042">
                        <a:srgbClr val="F8F8F8"/>
                      </a:gs>
                    </a:gsLst>
                    <a:lin ang="5400000" scaled="0"/>
                  </a:gradFill>
                  <a:ea typeface="Segoe UI" pitchFamily="34" charset="0"/>
                  <a:cs typeface="Segoe UI" pitchFamily="34" charset="0"/>
                </a:rPr>
                <a:t>168 G:0 B:0</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3" name="Rectangle 22"/>
            <p:cNvSpPr/>
            <p:nvPr userDrawn="1"/>
          </p:nvSpPr>
          <p:spPr bwMode="auto">
            <a:xfrm rot="5400000">
              <a:off x="12328888" y="3353997"/>
              <a:ext cx="869930" cy="289766"/>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Light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R:16</a:t>
              </a:r>
              <a:r>
                <a:rPr lang="en-US" sz="500" baseline="0" dirty="0">
                  <a:gradFill>
                    <a:gsLst>
                      <a:gs pos="2092">
                        <a:srgbClr val="F8F8F8"/>
                      </a:gs>
                      <a:gs pos="10042">
                        <a:srgbClr val="F8F8F8"/>
                      </a:gs>
                    </a:gsLst>
                    <a:lin ang="5400000" scaled="0"/>
                  </a:gradFill>
                  <a:ea typeface="Segoe UI" pitchFamily="34" charset="0"/>
                  <a:cs typeface="Segoe UI" pitchFamily="34" charset="0"/>
                </a:rPr>
                <a:t> G:124 B:16</a:t>
              </a:r>
              <a:endParaRPr lang="en-US" sz="500" dirty="0">
                <a:gradFill>
                  <a:gsLst>
                    <a:gs pos="2092">
                      <a:srgbClr val="F8F8F8"/>
                    </a:gs>
                    <a:gs pos="10042">
                      <a:srgbClr val="F8F8F8"/>
                    </a:gs>
                  </a:gsLst>
                  <a:lin ang="5400000" scaled="0"/>
                </a:gradFill>
                <a:ea typeface="Segoe UI" pitchFamily="34" charset="0"/>
                <a:cs typeface="Segoe UI" pitchFamily="34" charset="0"/>
              </a:endParaRPr>
            </a:p>
          </p:txBody>
        </p:sp>
        <p:sp>
          <p:nvSpPr>
            <p:cNvPr id="24" name="Rectangle 23"/>
            <p:cNvSpPr/>
            <p:nvPr userDrawn="1"/>
          </p:nvSpPr>
          <p:spPr bwMode="auto">
            <a:xfrm rot="5400000">
              <a:off x="12328888" y="4272719"/>
              <a:ext cx="869930" cy="289766"/>
            </a:xfrm>
            <a:prstGeom prst="rect">
              <a:avLst/>
            </a:prstGeom>
            <a:solidFill>
              <a:srgbClr val="002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0" bIns="0" numCol="1" spcCol="0" rtlCol="0" fromWordArt="0" anchor="t" anchorCtr="0" forceAA="0" compatLnSpc="1">
              <a:prstTxWarp prst="textNoShape">
                <a:avLst/>
              </a:prstTxWarp>
              <a:noAutofit/>
            </a:bodyPr>
            <a:lstStyle/>
            <a:p>
              <a:pPr marL="0" algn="l" defTabSz="932472" rtl="0" eaLnBrk="1" fontAlgn="base" latinLnBrk="0" hangingPunct="1">
                <a:lnSpc>
                  <a:spcPct val="100000"/>
                </a:lnSpc>
                <a:spcBef>
                  <a:spcPct val="0"/>
                </a:spcBef>
                <a:spcAft>
                  <a:spcPct val="0"/>
                </a:spcAft>
              </a:pPr>
              <a:r>
                <a:rPr lang="en-US" sz="500" b="1" kern="1200" baseline="0" dirty="0">
                  <a:gradFill>
                    <a:gsLst>
                      <a:gs pos="0">
                        <a:srgbClr val="FFFFFF"/>
                      </a:gs>
                      <a:gs pos="100000">
                        <a:srgbClr val="FFFFFF"/>
                      </a:gs>
                    </a:gsLst>
                    <a:lin ang="5400000" scaled="0"/>
                  </a:gradFill>
                  <a:latin typeface="+mn-lt"/>
                  <a:ea typeface="Segoe UI" pitchFamily="34" charset="0"/>
                  <a:cs typeface="Segoe UI" pitchFamily="34" charset="0"/>
                </a:rPr>
                <a:t>Dark Blue</a:t>
              </a:r>
            </a:p>
            <a:p>
              <a:pPr algn="l" defTabSz="932472" fontAlgn="base">
                <a:lnSpc>
                  <a:spcPct val="100000"/>
                </a:lnSpc>
                <a:spcBef>
                  <a:spcPct val="0"/>
                </a:spcBef>
                <a:spcAft>
                  <a:spcPct val="0"/>
                </a:spcAft>
              </a:pPr>
              <a:r>
                <a:rPr lang="en-US" sz="500" dirty="0">
                  <a:gradFill>
                    <a:gsLst>
                      <a:gs pos="2092">
                        <a:srgbClr val="F8F8F8"/>
                      </a:gs>
                      <a:gs pos="10042">
                        <a:srgbClr val="F8F8F8"/>
                      </a:gs>
                    </a:gsLst>
                    <a:lin ang="5400000" scaled="0"/>
                  </a:gradFill>
                  <a:ea typeface="Segoe UI" pitchFamily="34" charset="0"/>
                  <a:cs typeface="Segoe UI" pitchFamily="34" charset="0"/>
                </a:rPr>
                <a:t>R0 G32 B80</a:t>
              </a:r>
            </a:p>
          </p:txBody>
        </p:sp>
      </p:grpSp>
    </p:spTree>
    <p:extLst>
      <p:ext uri="{BB962C8B-B14F-4D97-AF65-F5344CB8AC3E}">
        <p14:creationId xmlns:p14="http://schemas.microsoft.com/office/powerpoint/2010/main" val="3767842624"/>
      </p:ext>
    </p:extLst>
  </p:cSld>
  <p:clrMap bg1="lt1" tx1="dk1" bg2="lt2" tx2="dk2" accent1="accent1" accent2="accent2" accent3="accent3" accent4="accent4" accent5="accent5" accent6="accent6" hlink="hlink" folHlink="folHlink"/>
  <p:sldLayoutIdLst>
    <p:sldLayoutId id="2147484520" r:id="rId1"/>
    <p:sldLayoutId id="2147484521" r:id="rId2"/>
    <p:sldLayoutId id="2147484522" r:id="rId3"/>
    <p:sldLayoutId id="2147484523" r:id="rId4"/>
    <p:sldLayoutId id="2147484524" r:id="rId5"/>
    <p:sldLayoutId id="2147484525" r:id="rId6"/>
    <p:sldLayoutId id="2147484526" r:id="rId7"/>
    <p:sldLayoutId id="2147484527" r:id="rId8"/>
    <p:sldLayoutId id="2147484528" r:id="rId9"/>
    <p:sldLayoutId id="2147484529" r:id="rId10"/>
    <p:sldLayoutId id="2147484530" r:id="rId11"/>
    <p:sldLayoutId id="2147484531" r:id="rId12"/>
    <p:sldLayoutId id="2147484532" r:id="rId13"/>
    <p:sldLayoutId id="2147484533" r:id="rId14"/>
    <p:sldLayoutId id="2147484534" r:id="rId15"/>
    <p:sldLayoutId id="2147484535" r:id="rId16"/>
    <p:sldLayoutId id="2147484536" r:id="rId17"/>
    <p:sldLayoutId id="2147484537" r:id="rId18"/>
    <p:sldLayoutId id="2147484538" r:id="rId19"/>
    <p:sldLayoutId id="2147484539" r:id="rId20"/>
    <p:sldLayoutId id="2147484540" r:id="rId21"/>
    <p:sldLayoutId id="2147484541" r:id="rId22"/>
    <p:sldLayoutId id="2147484542" r:id="rId23"/>
    <p:sldLayoutId id="2147484543" r:id="rId24"/>
    <p:sldLayoutId id="2147484544" r:id="rId25"/>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40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19" cstate="email">
            <a:extLst>
              <a:ext uri="{28A0092B-C50C-407E-A947-70E740481C1C}">
                <a14:useLocalDpi xmlns:a14="http://schemas.microsoft.com/office/drawing/2010/main"/>
              </a:ext>
            </a:extLst>
          </a:blip>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1595066715"/>
      </p:ext>
    </p:extLst>
  </p:cSld>
  <p:clrMap bg1="lt1" tx1="dk1" bg2="lt2" tx2="dk2" accent1="accent1" accent2="accent2" accent3="accent3" accent4="accent4" accent5="accent5" accent6="accent6" hlink="hlink" folHlink="folHlink"/>
  <p:sldLayoutIdLst>
    <p:sldLayoutId id="2147484548" r:id="rId1"/>
    <p:sldLayoutId id="2147484549" r:id="rId2"/>
    <p:sldLayoutId id="2147484550" r:id="rId3"/>
    <p:sldLayoutId id="2147484551" r:id="rId4"/>
    <p:sldLayoutId id="2147484552" r:id="rId5"/>
    <p:sldLayoutId id="2147484553" r:id="rId6"/>
    <p:sldLayoutId id="2147484554" r:id="rId7"/>
    <p:sldLayoutId id="2147484555" r:id="rId8"/>
    <p:sldLayoutId id="2147484556" r:id="rId9"/>
    <p:sldLayoutId id="2147484557" r:id="rId10"/>
    <p:sldLayoutId id="2147484558" r:id="rId11"/>
    <p:sldLayoutId id="2147484559" r:id="rId12"/>
    <p:sldLayoutId id="2147484560" r:id="rId13"/>
    <p:sldLayoutId id="2147484561" r:id="rId14"/>
    <p:sldLayoutId id="2147484562" r:id="rId15"/>
    <p:sldLayoutId id="2147484563" r:id="rId16"/>
    <p:sldLayoutId id="2147484564" r:id="rId17"/>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19" cstate="email">
            <a:extLst>
              <a:ext uri="{28A0092B-C50C-407E-A947-70E740481C1C}">
                <a14:useLocalDpi xmlns:a14="http://schemas.microsoft.com/office/drawing/2010/main"/>
              </a:ext>
            </a:extLst>
          </a:blip>
          <a:stretch>
            <a:fillRect/>
          </a:stretch>
        </p:blipFill>
        <p:spPr>
          <a:xfrm rot="5400000">
            <a:off x="9371795" y="3072299"/>
            <a:ext cx="6995160" cy="849926"/>
          </a:xfrm>
          <a:prstGeom prst="rect">
            <a:avLst/>
          </a:prstGeom>
        </p:spPr>
      </p:pic>
    </p:spTree>
    <p:extLst>
      <p:ext uri="{BB962C8B-B14F-4D97-AF65-F5344CB8AC3E}">
        <p14:creationId xmlns:p14="http://schemas.microsoft.com/office/powerpoint/2010/main" val="953490732"/>
      </p:ext>
    </p:extLst>
  </p:cSld>
  <p:clrMap bg1="lt1" tx1="dk1" bg2="lt2" tx2="dk2" accent1="accent1" accent2="accent2" accent3="accent3" accent4="accent4" accent5="accent5" accent6="accent6" hlink="hlink" folHlink="folHlink"/>
  <p:sldLayoutIdLst>
    <p:sldLayoutId id="2147484566" r:id="rId1"/>
    <p:sldLayoutId id="2147484567" r:id="rId2"/>
    <p:sldLayoutId id="2147484568" r:id="rId3"/>
    <p:sldLayoutId id="2147484569" r:id="rId4"/>
    <p:sldLayoutId id="2147484570" r:id="rId5"/>
    <p:sldLayoutId id="2147484571" r:id="rId6"/>
    <p:sldLayoutId id="2147484572" r:id="rId7"/>
    <p:sldLayoutId id="2147484573" r:id="rId8"/>
    <p:sldLayoutId id="2147484574" r:id="rId9"/>
    <p:sldLayoutId id="2147484575" r:id="rId10"/>
    <p:sldLayoutId id="2147484576" r:id="rId11"/>
    <p:sldLayoutId id="2147484577" r:id="rId12"/>
    <p:sldLayoutId id="2147484578" r:id="rId13"/>
    <p:sldLayoutId id="2147484579" r:id="rId14"/>
    <p:sldLayoutId id="2147484580" r:id="rId15"/>
    <p:sldLayoutId id="2147484581" r:id="rId16"/>
    <p:sldLayoutId id="2147484582" r:id="rId17"/>
  </p:sldLayoutIdLst>
  <p:transition>
    <p:fade/>
  </p:transition>
  <p:txStyles>
    <p:titleStyle>
      <a:lvl1pPr algn="l" defTabSz="932742" rtl="0" eaLnBrk="1" latinLnBrk="0" hangingPunct="1">
        <a:lnSpc>
          <a:spcPct val="90000"/>
        </a:lnSpc>
        <a:spcBef>
          <a:spcPct val="0"/>
        </a:spcBef>
        <a:buNone/>
        <a:defRPr lang="en-US" sz="48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8" y="2125662"/>
            <a:ext cx="11887200" cy="2179058"/>
          </a:xfrm>
        </p:spPr>
        <p:txBody>
          <a:bodyPr/>
          <a:lstStyle/>
          <a:p>
            <a:r>
              <a:rPr lang="en-US" dirty="0"/>
              <a:t>Use #BRK4031 throughout the session…</a:t>
            </a:r>
          </a:p>
        </p:txBody>
      </p:sp>
      <p:pic>
        <p:nvPicPr>
          <p:cNvPr id="6" name="Image 5">
            <a:extLst>
              <a:ext uri="{FF2B5EF4-FFF2-40B4-BE49-F238E27FC236}">
                <a16:creationId xmlns:a16="http://schemas.microsoft.com/office/drawing/2014/main" id="{D6A62E30-A3CF-4EDB-BFCD-559AD738007B}"/>
              </a:ext>
            </a:extLst>
          </p:cNvPr>
          <p:cNvPicPr>
            <a:picLocks noChangeAspect="1"/>
          </p:cNvPicPr>
          <p:nvPr/>
        </p:nvPicPr>
        <p:blipFill>
          <a:blip r:embed="rId3"/>
          <a:stretch>
            <a:fillRect/>
          </a:stretch>
        </p:blipFill>
        <p:spPr>
          <a:xfrm>
            <a:off x="18219" y="373062"/>
            <a:ext cx="12418256" cy="6385859"/>
          </a:xfrm>
          <a:prstGeom prst="rect">
            <a:avLst/>
          </a:prstGeom>
        </p:spPr>
      </p:pic>
      <p:sp>
        <p:nvSpPr>
          <p:cNvPr id="8" name="Ellipse 7">
            <a:extLst>
              <a:ext uri="{FF2B5EF4-FFF2-40B4-BE49-F238E27FC236}">
                <a16:creationId xmlns:a16="http://schemas.microsoft.com/office/drawing/2014/main" id="{F043CC80-4165-440D-BF92-DAA98FEB8036}"/>
              </a:ext>
            </a:extLst>
          </p:cNvPr>
          <p:cNvSpPr/>
          <p:nvPr/>
        </p:nvSpPr>
        <p:spPr bwMode="auto">
          <a:xfrm>
            <a:off x="9799637" y="2430462"/>
            <a:ext cx="1524000" cy="1524000"/>
          </a:xfrm>
          <a:prstGeom prst="ellipse">
            <a:avLst/>
          </a:prstGeom>
          <a:blipFill>
            <a:blip r:embed="rId4"/>
            <a:stretch>
              <a:fillRect/>
            </a:stretch>
          </a:bli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fr-FR"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ZoneTexte 8">
            <a:extLst>
              <a:ext uri="{FF2B5EF4-FFF2-40B4-BE49-F238E27FC236}">
                <a16:creationId xmlns:a16="http://schemas.microsoft.com/office/drawing/2014/main" id="{16C10522-EF4B-44CA-A5ED-AB4F0BFF399B}"/>
              </a:ext>
            </a:extLst>
          </p:cNvPr>
          <p:cNvSpPr txBox="1"/>
          <p:nvPr/>
        </p:nvSpPr>
        <p:spPr>
          <a:xfrm>
            <a:off x="731837" y="4030662"/>
            <a:ext cx="2286000" cy="821763"/>
          </a:xfrm>
          <a:prstGeom prst="rect">
            <a:avLst/>
          </a:prstGeom>
          <a:noFill/>
        </p:spPr>
        <p:txBody>
          <a:bodyPr wrap="square" lIns="182880" tIns="146304" rIns="182880" bIns="146304" rtlCol="0">
            <a:spAutoFit/>
          </a:bodyPr>
          <a:lstStyle/>
          <a:p>
            <a:pPr algn="ctr">
              <a:lnSpc>
                <a:spcPct val="90000"/>
              </a:lnSpc>
              <a:spcAft>
                <a:spcPts val="600"/>
              </a:spcAft>
            </a:pPr>
            <a:r>
              <a:rPr lang="fr-FR" sz="2000" b="1" dirty="0">
                <a:gradFill>
                  <a:gsLst>
                    <a:gs pos="2917">
                      <a:schemeClr val="tx1"/>
                    </a:gs>
                    <a:gs pos="30000">
                      <a:schemeClr val="tx1"/>
                    </a:gs>
                  </a:gsLst>
                  <a:lin ang="5400000" scaled="0"/>
                </a:gradFill>
              </a:rPr>
              <a:t>Estelle Auberix </a:t>
            </a:r>
            <a:br>
              <a:rPr lang="fr-FR" sz="2400" dirty="0">
                <a:gradFill>
                  <a:gsLst>
                    <a:gs pos="2917">
                      <a:schemeClr val="tx1"/>
                    </a:gs>
                    <a:gs pos="30000">
                      <a:schemeClr val="tx1"/>
                    </a:gs>
                  </a:gsLst>
                  <a:lin ang="5400000" scaled="0"/>
                </a:gradFill>
              </a:rPr>
            </a:br>
            <a:r>
              <a:rPr lang="fr-FR" dirty="0">
                <a:gradFill>
                  <a:gsLst>
                    <a:gs pos="2917">
                      <a:schemeClr val="tx1"/>
                    </a:gs>
                    <a:gs pos="30000">
                      <a:schemeClr val="tx1"/>
                    </a:gs>
                  </a:gsLst>
                  <a:lin ang="5400000" scaled="0"/>
                </a:gradFill>
              </a:rPr>
              <a:t>@</a:t>
            </a:r>
            <a:r>
              <a:rPr lang="fr-FR" dirty="0" err="1">
                <a:gradFill>
                  <a:gsLst>
                    <a:gs pos="2917">
                      <a:schemeClr val="tx1"/>
                    </a:gs>
                    <a:gs pos="30000">
                      <a:schemeClr val="tx1"/>
                    </a:gs>
                  </a:gsLst>
                  <a:lin ang="5400000" scaled="0"/>
                </a:gradFill>
              </a:rPr>
              <a:t>FollowEstelle</a:t>
            </a:r>
            <a:endParaRPr lang="fr-FR" sz="2400" dirty="0">
              <a:gradFill>
                <a:gsLst>
                  <a:gs pos="2917">
                    <a:schemeClr val="tx1"/>
                  </a:gs>
                  <a:gs pos="30000">
                    <a:schemeClr val="tx1"/>
                  </a:gs>
                </a:gsLst>
                <a:lin ang="5400000" scaled="0"/>
              </a:gradFill>
            </a:endParaRPr>
          </a:p>
        </p:txBody>
      </p:sp>
      <p:sp>
        <p:nvSpPr>
          <p:cNvPr id="10" name="ZoneTexte 9">
            <a:extLst>
              <a:ext uri="{FF2B5EF4-FFF2-40B4-BE49-F238E27FC236}">
                <a16:creationId xmlns:a16="http://schemas.microsoft.com/office/drawing/2014/main" id="{6BECAAF3-3E3F-491B-84B1-0D60EB578327}"/>
              </a:ext>
            </a:extLst>
          </p:cNvPr>
          <p:cNvSpPr txBox="1"/>
          <p:nvPr/>
        </p:nvSpPr>
        <p:spPr>
          <a:xfrm>
            <a:off x="3627437" y="4030662"/>
            <a:ext cx="2286000" cy="821763"/>
          </a:xfrm>
          <a:prstGeom prst="rect">
            <a:avLst/>
          </a:prstGeom>
          <a:noFill/>
        </p:spPr>
        <p:txBody>
          <a:bodyPr wrap="square" lIns="182880" tIns="146304" rIns="182880" bIns="146304" rtlCol="0">
            <a:spAutoFit/>
          </a:bodyPr>
          <a:lstStyle/>
          <a:p>
            <a:pPr algn="ctr">
              <a:lnSpc>
                <a:spcPct val="90000"/>
              </a:lnSpc>
              <a:spcAft>
                <a:spcPts val="600"/>
              </a:spcAft>
            </a:pPr>
            <a:r>
              <a:rPr lang="fr-FR" sz="2000" b="1" dirty="0">
                <a:gradFill>
                  <a:gsLst>
                    <a:gs pos="2917">
                      <a:schemeClr val="tx1"/>
                    </a:gs>
                    <a:gs pos="30000">
                      <a:schemeClr val="tx1"/>
                    </a:gs>
                  </a:gsLst>
                  <a:lin ang="5400000" scaled="0"/>
                </a:gradFill>
              </a:rPr>
              <a:t>Maxime Eglem</a:t>
            </a:r>
            <a:br>
              <a:rPr lang="fr-FR" sz="2400" dirty="0">
                <a:gradFill>
                  <a:gsLst>
                    <a:gs pos="2917">
                      <a:schemeClr val="tx1"/>
                    </a:gs>
                    <a:gs pos="30000">
                      <a:schemeClr val="tx1"/>
                    </a:gs>
                  </a:gsLst>
                  <a:lin ang="5400000" scaled="0"/>
                </a:gradFill>
              </a:rPr>
            </a:br>
            <a:r>
              <a:rPr lang="fr-FR" dirty="0">
                <a:gradFill>
                  <a:gsLst>
                    <a:gs pos="2917">
                      <a:schemeClr val="tx1"/>
                    </a:gs>
                    <a:gs pos="30000">
                      <a:schemeClr val="tx1"/>
                    </a:gs>
                  </a:gsLst>
                  <a:lin ang="5400000" scaled="0"/>
                </a:gradFill>
              </a:rPr>
              <a:t>@</a:t>
            </a:r>
            <a:r>
              <a:rPr lang="fr-FR" dirty="0" err="1">
                <a:gradFill>
                  <a:gsLst>
                    <a:gs pos="2917">
                      <a:schemeClr val="tx1"/>
                    </a:gs>
                    <a:gs pos="30000">
                      <a:schemeClr val="tx1"/>
                    </a:gs>
                  </a:gsLst>
                  <a:lin ang="5400000" scaled="0"/>
                </a:gradFill>
              </a:rPr>
              <a:t>meximeEglem</a:t>
            </a:r>
            <a:endParaRPr lang="fr-FR" sz="2400" dirty="0">
              <a:gradFill>
                <a:gsLst>
                  <a:gs pos="2917">
                    <a:schemeClr val="tx1"/>
                  </a:gs>
                  <a:gs pos="30000">
                    <a:schemeClr val="tx1"/>
                  </a:gs>
                </a:gsLst>
                <a:lin ang="5400000" scaled="0"/>
              </a:gradFill>
            </a:endParaRPr>
          </a:p>
        </p:txBody>
      </p:sp>
      <p:sp>
        <p:nvSpPr>
          <p:cNvPr id="11" name="ZoneTexte 10">
            <a:extLst>
              <a:ext uri="{FF2B5EF4-FFF2-40B4-BE49-F238E27FC236}">
                <a16:creationId xmlns:a16="http://schemas.microsoft.com/office/drawing/2014/main" id="{54A6A561-6F3A-4FE8-9B8A-C42C25144F7C}"/>
              </a:ext>
            </a:extLst>
          </p:cNvPr>
          <p:cNvSpPr txBox="1"/>
          <p:nvPr/>
        </p:nvSpPr>
        <p:spPr>
          <a:xfrm>
            <a:off x="6599237" y="4030661"/>
            <a:ext cx="2286000" cy="821763"/>
          </a:xfrm>
          <a:prstGeom prst="rect">
            <a:avLst/>
          </a:prstGeom>
          <a:noFill/>
        </p:spPr>
        <p:txBody>
          <a:bodyPr wrap="square" lIns="182880" tIns="146304" rIns="182880" bIns="146304" rtlCol="0">
            <a:spAutoFit/>
          </a:bodyPr>
          <a:lstStyle/>
          <a:p>
            <a:pPr algn="ctr">
              <a:lnSpc>
                <a:spcPct val="90000"/>
              </a:lnSpc>
              <a:spcAft>
                <a:spcPts val="600"/>
              </a:spcAft>
            </a:pPr>
            <a:r>
              <a:rPr lang="fr-FR" sz="2000" b="1" dirty="0">
                <a:gradFill>
                  <a:gsLst>
                    <a:gs pos="2917">
                      <a:schemeClr val="tx1"/>
                    </a:gs>
                    <a:gs pos="30000">
                      <a:schemeClr val="tx1"/>
                    </a:gs>
                  </a:gsLst>
                  <a:lin ang="5400000" scaled="0"/>
                </a:gradFill>
              </a:rPr>
              <a:t>Sébastien Paulet</a:t>
            </a:r>
            <a:br>
              <a:rPr lang="fr-FR" sz="2400" dirty="0">
                <a:gradFill>
                  <a:gsLst>
                    <a:gs pos="2917">
                      <a:schemeClr val="tx1"/>
                    </a:gs>
                    <a:gs pos="30000">
                      <a:schemeClr val="tx1"/>
                    </a:gs>
                  </a:gsLst>
                  <a:lin ang="5400000" scaled="0"/>
                </a:gradFill>
              </a:rPr>
            </a:br>
            <a:r>
              <a:rPr lang="fr-FR" dirty="0">
                <a:gradFill>
                  <a:gsLst>
                    <a:gs pos="2917">
                      <a:schemeClr val="tx1"/>
                    </a:gs>
                    <a:gs pos="30000">
                      <a:schemeClr val="tx1"/>
                    </a:gs>
                  </a:gsLst>
                  <a:lin ang="5400000" scaled="0"/>
                </a:gradFill>
              </a:rPr>
              <a:t>@</a:t>
            </a:r>
            <a:r>
              <a:rPr lang="fr-FR" dirty="0" err="1">
                <a:gradFill>
                  <a:gsLst>
                    <a:gs pos="2917">
                      <a:schemeClr val="tx1"/>
                    </a:gs>
                    <a:gs pos="30000">
                      <a:schemeClr val="tx1"/>
                    </a:gs>
                  </a:gsLst>
                  <a:lin ang="5400000" scaled="0"/>
                </a:gradFill>
              </a:rPr>
              <a:t>SP_twit</a:t>
            </a:r>
            <a:endParaRPr lang="fr-FR" sz="2400" dirty="0">
              <a:gradFill>
                <a:gsLst>
                  <a:gs pos="2917">
                    <a:schemeClr val="tx1"/>
                  </a:gs>
                  <a:gs pos="30000">
                    <a:schemeClr val="tx1"/>
                  </a:gs>
                </a:gsLst>
                <a:lin ang="5400000" scaled="0"/>
              </a:gradFill>
            </a:endParaRPr>
          </a:p>
        </p:txBody>
      </p:sp>
      <p:sp>
        <p:nvSpPr>
          <p:cNvPr id="12" name="ZoneTexte 11">
            <a:extLst>
              <a:ext uri="{FF2B5EF4-FFF2-40B4-BE49-F238E27FC236}">
                <a16:creationId xmlns:a16="http://schemas.microsoft.com/office/drawing/2014/main" id="{DC46A428-701F-4929-800C-4729FD97C9ED}"/>
              </a:ext>
            </a:extLst>
          </p:cNvPr>
          <p:cNvSpPr txBox="1"/>
          <p:nvPr/>
        </p:nvSpPr>
        <p:spPr>
          <a:xfrm>
            <a:off x="9418637" y="4030661"/>
            <a:ext cx="2286000" cy="821763"/>
          </a:xfrm>
          <a:prstGeom prst="rect">
            <a:avLst/>
          </a:prstGeom>
          <a:noFill/>
        </p:spPr>
        <p:txBody>
          <a:bodyPr wrap="square" lIns="182880" tIns="146304" rIns="182880" bIns="146304" rtlCol="0">
            <a:spAutoFit/>
          </a:bodyPr>
          <a:lstStyle/>
          <a:p>
            <a:pPr algn="ctr">
              <a:lnSpc>
                <a:spcPct val="90000"/>
              </a:lnSpc>
              <a:spcAft>
                <a:spcPts val="600"/>
              </a:spcAft>
            </a:pPr>
            <a:r>
              <a:rPr lang="fr-FR" sz="2000" b="1" dirty="0">
                <a:gradFill>
                  <a:gsLst>
                    <a:gs pos="2917">
                      <a:schemeClr val="tx1"/>
                    </a:gs>
                    <a:gs pos="30000">
                      <a:schemeClr val="tx1"/>
                    </a:gs>
                  </a:gsLst>
                  <a:lin ang="5400000" scaled="0"/>
                </a:gradFill>
              </a:rPr>
              <a:t>Benjamin Tolaval</a:t>
            </a:r>
            <a:br>
              <a:rPr lang="fr-FR" sz="2400" dirty="0">
                <a:gradFill>
                  <a:gsLst>
                    <a:gs pos="2917">
                      <a:schemeClr val="tx1"/>
                    </a:gs>
                    <a:gs pos="30000">
                      <a:schemeClr val="tx1"/>
                    </a:gs>
                  </a:gsLst>
                  <a:lin ang="5400000" scaled="0"/>
                </a:gradFill>
              </a:rPr>
            </a:br>
            <a:r>
              <a:rPr lang="fr-FR" dirty="0">
                <a:gradFill>
                  <a:gsLst>
                    <a:gs pos="2917">
                      <a:schemeClr val="tx1"/>
                    </a:gs>
                    <a:gs pos="30000">
                      <a:schemeClr val="tx1"/>
                    </a:gs>
                  </a:gsLst>
                  <a:lin ang="5400000" scaled="0"/>
                </a:gradFill>
              </a:rPr>
              <a:t>@</a:t>
            </a:r>
            <a:r>
              <a:rPr lang="fr-FR" dirty="0" err="1">
                <a:gradFill>
                  <a:gsLst>
                    <a:gs pos="2917">
                      <a:schemeClr val="tx1"/>
                    </a:gs>
                    <a:gs pos="30000">
                      <a:schemeClr val="tx1"/>
                    </a:gs>
                  </a:gsLst>
                  <a:lin ang="5400000" scaled="0"/>
                </a:gradFill>
              </a:rPr>
              <a:t>BenTolaval</a:t>
            </a:r>
            <a:endParaRPr lang="fr-FR"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4884363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14ED28-E417-4E27-8878-298275C1D9C2}"/>
              </a:ext>
            </a:extLst>
          </p:cNvPr>
          <p:cNvSpPr>
            <a:spLocks noGrp="1"/>
          </p:cNvSpPr>
          <p:nvPr>
            <p:ph type="title"/>
          </p:nvPr>
        </p:nvSpPr>
        <p:spPr/>
        <p:txBody>
          <a:bodyPr/>
          <a:lstStyle/>
          <a:p>
            <a:r>
              <a:rPr lang="en-US" dirty="0" err="1"/>
              <a:t>Objectifs</a:t>
            </a:r>
            <a:r>
              <a:rPr lang="en-US" dirty="0"/>
              <a:t> du Hand On Lab</a:t>
            </a:r>
          </a:p>
        </p:txBody>
      </p:sp>
      <p:sp>
        <p:nvSpPr>
          <p:cNvPr id="4" name="Text Placeholder 3">
            <a:extLst>
              <a:ext uri="{FF2B5EF4-FFF2-40B4-BE49-F238E27FC236}">
                <a16:creationId xmlns:a16="http://schemas.microsoft.com/office/drawing/2014/main" id="{BC220B95-314D-4793-8D0E-7A3AB87CE2F3}"/>
              </a:ext>
            </a:extLst>
          </p:cNvPr>
          <p:cNvSpPr>
            <a:spLocks noGrp="1"/>
          </p:cNvSpPr>
          <p:nvPr>
            <p:ph type="body" sz="quarter" idx="10"/>
          </p:nvPr>
        </p:nvSpPr>
        <p:spPr>
          <a:xfrm>
            <a:off x="274640" y="1212852"/>
            <a:ext cx="11887200" cy="3871829"/>
          </a:xfrm>
        </p:spPr>
        <p:txBody>
          <a:bodyPr/>
          <a:lstStyle/>
          <a:p>
            <a:r>
              <a:rPr lang="en-US" dirty="0" err="1"/>
              <a:t>Théorie</a:t>
            </a:r>
            <a:r>
              <a:rPr lang="en-US" dirty="0"/>
              <a:t>:</a:t>
            </a:r>
          </a:p>
          <a:p>
            <a:pPr marL="342900" lvl="1" indent="-342900">
              <a:buFont typeface="Arial" panose="020B0604020202020204" pitchFamily="34" charset="0"/>
              <a:buChar char="•"/>
            </a:pPr>
            <a:r>
              <a:rPr lang="en-US" dirty="0" err="1"/>
              <a:t>Comprendre</a:t>
            </a:r>
            <a:r>
              <a:rPr lang="en-US" dirty="0"/>
              <a:t> </a:t>
            </a:r>
            <a:r>
              <a:rPr lang="en-US" dirty="0" err="1"/>
              <a:t>l’API</a:t>
            </a:r>
            <a:r>
              <a:rPr lang="en-US" dirty="0"/>
              <a:t> Graph</a:t>
            </a:r>
          </a:p>
          <a:p>
            <a:pPr marL="342900" lvl="1" indent="-342900">
              <a:buFont typeface="Arial" panose="020B0604020202020204" pitchFamily="34" charset="0"/>
              <a:buChar char="•"/>
            </a:pPr>
            <a:r>
              <a:rPr lang="en-US" dirty="0" err="1"/>
              <a:t>Ses</a:t>
            </a:r>
            <a:r>
              <a:rPr lang="en-US" dirty="0"/>
              <a:t> </a:t>
            </a:r>
            <a:r>
              <a:rPr lang="en-US" dirty="0" err="1"/>
              <a:t>utilisations</a:t>
            </a:r>
            <a:endParaRPr lang="en-US" dirty="0"/>
          </a:p>
          <a:p>
            <a:pPr marL="342900" lvl="1" indent="-342900">
              <a:buFont typeface="Arial" panose="020B0604020202020204" pitchFamily="34" charset="0"/>
              <a:buChar char="•"/>
            </a:pPr>
            <a:r>
              <a:rPr lang="en-US" dirty="0" err="1"/>
              <a:t>Ses</a:t>
            </a:r>
            <a:r>
              <a:rPr lang="en-US" dirty="0"/>
              <a:t> modes </a:t>
            </a:r>
            <a:r>
              <a:rPr lang="en-US" dirty="0" err="1"/>
              <a:t>d’authentification</a:t>
            </a:r>
            <a:endParaRPr lang="en-US" dirty="0"/>
          </a:p>
          <a:p>
            <a:endParaRPr lang="en-US" dirty="0"/>
          </a:p>
          <a:p>
            <a:r>
              <a:rPr lang="en-US" dirty="0" err="1"/>
              <a:t>Pratique</a:t>
            </a:r>
            <a:endParaRPr lang="en-US" dirty="0"/>
          </a:p>
          <a:p>
            <a:pPr marL="342900" lvl="1" indent="-342900">
              <a:buFont typeface="Arial" panose="020B0604020202020204" pitchFamily="34" charset="0"/>
              <a:buChar char="•"/>
            </a:pPr>
            <a:r>
              <a:rPr lang="en-US" dirty="0" err="1"/>
              <a:t>Exemple</a:t>
            </a:r>
            <a:r>
              <a:rPr lang="en-US" dirty="0"/>
              <a:t> </a:t>
            </a:r>
            <a:r>
              <a:rPr lang="en-US" dirty="0" err="1"/>
              <a:t>d’appli</a:t>
            </a:r>
            <a:r>
              <a:rPr lang="en-US" dirty="0"/>
              <a:t> mobile </a:t>
            </a:r>
            <a:r>
              <a:rPr lang="en-US" dirty="0" err="1"/>
              <a:t>en</a:t>
            </a:r>
            <a:r>
              <a:rPr lang="en-US" dirty="0"/>
              <a:t> Xamarin</a:t>
            </a:r>
          </a:p>
          <a:p>
            <a:pPr marL="342900" lvl="1" indent="-342900">
              <a:buFont typeface="Arial" panose="020B0604020202020204" pitchFamily="34" charset="0"/>
              <a:buChar char="•"/>
            </a:pPr>
            <a:r>
              <a:rPr lang="en-US" dirty="0" err="1"/>
              <a:t>Exemple</a:t>
            </a:r>
            <a:r>
              <a:rPr lang="en-US" dirty="0"/>
              <a:t> client web </a:t>
            </a:r>
            <a:r>
              <a:rPr lang="en-US" dirty="0" err="1"/>
              <a:t>en</a:t>
            </a:r>
            <a:r>
              <a:rPr lang="en-US" dirty="0"/>
              <a:t> JS + Angular </a:t>
            </a:r>
            <a:br>
              <a:rPr lang="en-US" dirty="0"/>
            </a:br>
            <a:endParaRPr lang="en-US" dirty="0"/>
          </a:p>
        </p:txBody>
      </p:sp>
    </p:spTree>
    <p:extLst>
      <p:ext uri="{BB962C8B-B14F-4D97-AF65-F5344CB8AC3E}">
        <p14:creationId xmlns:p14="http://schemas.microsoft.com/office/powerpoint/2010/main" val="62480061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p:cNvPr>
        <p:cNvGrpSpPr/>
        <p:nvPr/>
      </p:nvGrpSpPr>
      <p:grpSpPr>
        <a:xfrm>
          <a:off x="0" y="0"/>
          <a:ext cx="0" cy="0"/>
          <a:chOff x="0" y="0"/>
          <a:chExt cx="0" cy="0"/>
        </a:xfrm>
      </p:grpSpPr>
      <p:sp>
        <p:nvSpPr>
          <p:cNvPr id="8" name="Title 7">
            <a:extLst/>
          </p:cNvPr>
          <p:cNvSpPr>
            <a:spLocks noGrp="1"/>
          </p:cNvSpPr>
          <p:nvPr>
            <p:ph type="title"/>
          </p:nvPr>
        </p:nvSpPr>
        <p:spPr/>
        <p:txBody>
          <a:bodyPr/>
          <a:lstStyle/>
          <a:p>
            <a:r>
              <a:rPr lang="en-US" dirty="0" err="1"/>
              <a:t>Qu’est</a:t>
            </a:r>
            <a:r>
              <a:rPr lang="en-US" dirty="0"/>
              <a:t> </a:t>
            </a:r>
            <a:r>
              <a:rPr lang="en-US" dirty="0" err="1"/>
              <a:t>ce</a:t>
            </a:r>
            <a:r>
              <a:rPr lang="en-US" dirty="0"/>
              <a:t> que MS Graph API?</a:t>
            </a:r>
          </a:p>
        </p:txBody>
      </p:sp>
      <p:pic>
        <p:nvPicPr>
          <p:cNvPr id="19" name="Image 18">
            <a:extLst>
              <a:ext uri="{FF2B5EF4-FFF2-40B4-BE49-F238E27FC236}">
                <a16:creationId xmlns:a16="http://schemas.microsoft.com/office/drawing/2014/main" id="{33E1E896-24F0-461F-96F3-8CF466693DB1}"/>
              </a:ext>
            </a:extLst>
          </p:cNvPr>
          <p:cNvPicPr>
            <a:picLocks noChangeAspect="1"/>
          </p:cNvPicPr>
          <p:nvPr/>
        </p:nvPicPr>
        <p:blipFill>
          <a:blip r:embed="rId3"/>
          <a:stretch>
            <a:fillRect/>
          </a:stretch>
        </p:blipFill>
        <p:spPr>
          <a:xfrm>
            <a:off x="655637" y="1235391"/>
            <a:ext cx="11353019" cy="5548788"/>
          </a:xfrm>
          <a:prstGeom prst="rect">
            <a:avLst/>
          </a:prstGeom>
        </p:spPr>
      </p:pic>
    </p:spTree>
    <p:extLst>
      <p:ext uri="{BB962C8B-B14F-4D97-AF65-F5344CB8AC3E}">
        <p14:creationId xmlns:p14="http://schemas.microsoft.com/office/powerpoint/2010/main" val="425462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20A48A-6589-4A8B-B5D6-74797FB5CC45}"/>
              </a:ext>
            </a:extLst>
          </p:cNvPr>
          <p:cNvSpPr>
            <a:spLocks noGrp="1"/>
          </p:cNvSpPr>
          <p:nvPr>
            <p:ph type="title"/>
          </p:nvPr>
        </p:nvSpPr>
        <p:spPr>
          <a:xfrm>
            <a:off x="274637" y="2125677"/>
            <a:ext cx="11201399" cy="1181862"/>
          </a:xfrm>
        </p:spPr>
        <p:txBody>
          <a:bodyPr/>
          <a:lstStyle/>
          <a:p>
            <a:r>
              <a:rPr lang="en-US" dirty="0"/>
              <a:t>Demo: Package and Deploy</a:t>
            </a:r>
          </a:p>
        </p:txBody>
      </p:sp>
      <p:sp>
        <p:nvSpPr>
          <p:cNvPr id="5" name="Text Placeholder 4">
            <a:extLst>
              <a:ext uri="{FF2B5EF4-FFF2-40B4-BE49-F238E27FC236}">
                <a16:creationId xmlns:a16="http://schemas.microsoft.com/office/drawing/2014/main" id="{E16CADC4-9230-4214-8D55-661F4C97EE42}"/>
              </a:ext>
            </a:extLst>
          </p:cNvPr>
          <p:cNvSpPr>
            <a:spLocks noGrp="1"/>
          </p:cNvSpPr>
          <p:nvPr>
            <p:ph type="body" sz="quarter" idx="12"/>
          </p:nvPr>
        </p:nvSpPr>
        <p:spPr/>
        <p:txBody>
          <a:bodyPr/>
          <a:lstStyle/>
          <a:p>
            <a:r>
              <a:rPr lang="en-US"/>
              <a:t>Chakkaradeep (Chaks) Chandran</a:t>
            </a:r>
            <a:endParaRPr lang="en-US" dirty="0"/>
          </a:p>
        </p:txBody>
      </p:sp>
      <p:pic>
        <p:nvPicPr>
          <p:cNvPr id="3" name="Image 2">
            <a:extLst>
              <a:ext uri="{FF2B5EF4-FFF2-40B4-BE49-F238E27FC236}">
                <a16:creationId xmlns:a16="http://schemas.microsoft.com/office/drawing/2014/main" id="{6733846E-5E53-408B-A58E-EEE85847B1BD}"/>
              </a:ext>
            </a:extLst>
          </p:cNvPr>
          <p:cNvPicPr>
            <a:picLocks noChangeAspect="1"/>
          </p:cNvPicPr>
          <p:nvPr/>
        </p:nvPicPr>
        <p:blipFill>
          <a:blip r:embed="rId3"/>
          <a:stretch>
            <a:fillRect/>
          </a:stretch>
        </p:blipFill>
        <p:spPr>
          <a:xfrm>
            <a:off x="882" y="0"/>
            <a:ext cx="12434711" cy="6994525"/>
          </a:xfrm>
          <a:prstGeom prst="rect">
            <a:avLst/>
          </a:prstGeom>
        </p:spPr>
      </p:pic>
      <p:sp>
        <p:nvSpPr>
          <p:cNvPr id="6" name="Title 2">
            <a:extLst>
              <a:ext uri="{FF2B5EF4-FFF2-40B4-BE49-F238E27FC236}">
                <a16:creationId xmlns:a16="http://schemas.microsoft.com/office/drawing/2014/main" id="{43D1DA1E-14D9-470C-8C00-1B45BDA93113}"/>
              </a:ext>
            </a:extLst>
          </p:cNvPr>
          <p:cNvSpPr txBox="1">
            <a:spLocks/>
          </p:cNvSpPr>
          <p:nvPr/>
        </p:nvSpPr>
        <p:spPr>
          <a:xfrm>
            <a:off x="2628972" y="4693127"/>
            <a:ext cx="8001000" cy="1181862"/>
          </a:xfrm>
          <a:prstGeom prst="rect">
            <a:avLst/>
          </a:prstGeom>
          <a:noFill/>
        </p:spPr>
        <p:txBody>
          <a:bodyPr vert="horz" wrap="square" lIns="146304" tIns="91440" rIns="146304" bIns="91440" rtlCol="0" anchor="t" anchorCtr="0">
            <a:spAutoFit/>
          </a:bodyPr>
          <a:lstStyle>
            <a:lvl1pPr algn="l" defTabSz="932742" rtl="0" eaLnBrk="1" latinLnBrk="0" hangingPunct="1">
              <a:lnSpc>
                <a:spcPct val="90000"/>
              </a:lnSpc>
              <a:spcBef>
                <a:spcPct val="0"/>
              </a:spcBef>
              <a:buNone/>
              <a:defRPr lang="en-US" sz="7200" b="0" kern="1200" cap="none" spc="-100" baseline="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fr-FR" dirty="0"/>
              <a:t>One to </a:t>
            </a:r>
            <a:r>
              <a:rPr lang="fr-FR" dirty="0" err="1"/>
              <a:t>rule</a:t>
            </a:r>
            <a:r>
              <a:rPr lang="fr-FR" dirty="0"/>
              <a:t> </a:t>
            </a:r>
            <a:r>
              <a:rPr lang="fr-FR" dirty="0" err="1"/>
              <a:t>them</a:t>
            </a:r>
            <a:r>
              <a:rPr lang="fr-FR" dirty="0"/>
              <a:t> all</a:t>
            </a:r>
          </a:p>
        </p:txBody>
      </p:sp>
      <p:sp>
        <p:nvSpPr>
          <p:cNvPr id="7" name="Rectangle 6">
            <a:extLst>
              <a:ext uri="{FF2B5EF4-FFF2-40B4-BE49-F238E27FC236}">
                <a16:creationId xmlns:a16="http://schemas.microsoft.com/office/drawing/2014/main" id="{DFBC88DC-9D1B-4AB3-870A-F427E260CF4B}"/>
              </a:ext>
            </a:extLst>
          </p:cNvPr>
          <p:cNvSpPr/>
          <p:nvPr/>
        </p:nvSpPr>
        <p:spPr bwMode="auto">
          <a:xfrm>
            <a:off x="3398837" y="6126134"/>
            <a:ext cx="6172200" cy="533400"/>
          </a:xfrm>
          <a:prstGeom prst="rect">
            <a:avLst/>
          </a:prstGeom>
          <a:solidFill>
            <a:srgbClr val="F0525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800" dirty="0">
                <a:gradFill>
                  <a:gsLst>
                    <a:gs pos="0">
                      <a:srgbClr val="FFFFFF"/>
                    </a:gs>
                    <a:gs pos="100000">
                      <a:srgbClr val="FFFFFF"/>
                    </a:gs>
                  </a:gsLst>
                  <a:lin ang="5400000" scaled="0"/>
                </a:gradFill>
                <a:latin typeface="Courier New" panose="02070309020205020404" pitchFamily="49" charset="0"/>
                <a:ea typeface="Segoe UI" pitchFamily="34" charset="0"/>
                <a:cs typeface="Courier New" panose="02070309020205020404" pitchFamily="49" charset="0"/>
              </a:rPr>
              <a:t>https://graph.windows.net</a:t>
            </a:r>
          </a:p>
        </p:txBody>
      </p:sp>
    </p:spTree>
    <p:extLst>
      <p:ext uri="{BB962C8B-B14F-4D97-AF65-F5344CB8AC3E}">
        <p14:creationId xmlns:p14="http://schemas.microsoft.com/office/powerpoint/2010/main" val="1701146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74638" y="1212850"/>
            <a:ext cx="11887200" cy="572464"/>
          </a:xfrm>
        </p:spPr>
        <p:txBody>
          <a:bodyPr/>
          <a:lstStyle/>
          <a:p>
            <a:r>
              <a:rPr lang="en-US" sz="2800" dirty="0" err="1"/>
              <a:t>Communiquer</a:t>
            </a:r>
            <a:r>
              <a:rPr lang="en-US" sz="2800" dirty="0"/>
              <a:t> avec les applications</a:t>
            </a:r>
            <a:endParaRPr lang="fi-FI" sz="1800" dirty="0"/>
          </a:p>
        </p:txBody>
      </p:sp>
      <p:sp>
        <p:nvSpPr>
          <p:cNvPr id="3" name="Title 2"/>
          <p:cNvSpPr>
            <a:spLocks noGrp="1"/>
          </p:cNvSpPr>
          <p:nvPr>
            <p:ph type="title"/>
          </p:nvPr>
        </p:nvSpPr>
        <p:spPr/>
        <p:txBody>
          <a:bodyPr/>
          <a:lstStyle/>
          <a:p>
            <a:r>
              <a:rPr lang="fi-FI" dirty="0"/>
              <a:t>Pour</a:t>
            </a:r>
          </a:p>
        </p:txBody>
      </p:sp>
      <p:pic>
        <p:nvPicPr>
          <p:cNvPr id="4" name="Image 3">
            <a:extLst>
              <a:ext uri="{FF2B5EF4-FFF2-40B4-BE49-F238E27FC236}">
                <a16:creationId xmlns:a16="http://schemas.microsoft.com/office/drawing/2014/main" id="{C763B094-30CA-44E8-9893-0A01C18424DD}"/>
              </a:ext>
            </a:extLst>
          </p:cNvPr>
          <p:cNvPicPr>
            <a:picLocks noChangeAspect="1"/>
          </p:cNvPicPr>
          <p:nvPr/>
        </p:nvPicPr>
        <p:blipFill>
          <a:blip r:embed="rId3"/>
          <a:stretch>
            <a:fillRect/>
          </a:stretch>
        </p:blipFill>
        <p:spPr>
          <a:xfrm>
            <a:off x="-1" y="0"/>
            <a:ext cx="12436475" cy="6440695"/>
          </a:xfrm>
          <a:prstGeom prst="rect">
            <a:avLst/>
          </a:prstGeom>
        </p:spPr>
      </p:pic>
    </p:spTree>
    <p:extLst>
      <p:ext uri="{BB962C8B-B14F-4D97-AF65-F5344CB8AC3E}">
        <p14:creationId xmlns:p14="http://schemas.microsoft.com/office/powerpoint/2010/main" val="1229228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274638" y="1212850"/>
            <a:ext cx="11887200" cy="5786199"/>
          </a:xfrm>
        </p:spPr>
        <p:txBody>
          <a:bodyPr/>
          <a:lstStyle/>
          <a:p>
            <a:r>
              <a:rPr lang="en-US" sz="2800" dirty="0"/>
              <a:t>(-) </a:t>
            </a:r>
            <a:r>
              <a:rPr lang="en-US" sz="2800" dirty="0" err="1"/>
              <a:t>complétude</a:t>
            </a:r>
            <a:r>
              <a:rPr lang="en-US" sz="2800" dirty="0"/>
              <a:t> de </a:t>
            </a:r>
            <a:r>
              <a:rPr lang="en-US" sz="2800" dirty="0" err="1"/>
              <a:t>l’API</a:t>
            </a:r>
            <a:endParaRPr lang="en-US" sz="2800" dirty="0"/>
          </a:p>
          <a:p>
            <a:r>
              <a:rPr lang="en-US" sz="2800" dirty="0"/>
              <a:t>(-) </a:t>
            </a:r>
            <a:r>
              <a:rPr lang="en-US" sz="2800" dirty="0" err="1"/>
              <a:t>requêtes</a:t>
            </a:r>
            <a:r>
              <a:rPr lang="en-US" sz="2800" dirty="0"/>
              <a:t> </a:t>
            </a:r>
            <a:r>
              <a:rPr lang="en-US" sz="2800" dirty="0" err="1"/>
              <a:t>limitée</a:t>
            </a:r>
            <a:r>
              <a:rPr lang="en-US" sz="2800" dirty="0"/>
              <a:t> à 999 </a:t>
            </a:r>
            <a:r>
              <a:rPr lang="en-US" sz="2800" dirty="0" err="1"/>
              <a:t>résultats</a:t>
            </a:r>
            <a:r>
              <a:rPr lang="en-US" sz="2800" dirty="0"/>
              <a:t> (-&gt; </a:t>
            </a:r>
            <a:r>
              <a:rPr lang="en-US" sz="2800" dirty="0" err="1"/>
              <a:t>boucles</a:t>
            </a:r>
            <a:r>
              <a:rPr lang="en-US" sz="2800" dirty="0"/>
              <a:t>)</a:t>
            </a:r>
          </a:p>
          <a:p>
            <a:r>
              <a:rPr lang="en-US" sz="2800" dirty="0"/>
              <a:t>(-) HTTP 429 : trop de </a:t>
            </a:r>
            <a:r>
              <a:rPr lang="en-US" sz="2800" dirty="0" err="1"/>
              <a:t>requêtes</a:t>
            </a:r>
            <a:endParaRPr lang="en-US" sz="2800" dirty="0"/>
          </a:p>
          <a:p>
            <a:endParaRPr lang="en-US" sz="2800" dirty="0"/>
          </a:p>
          <a:p>
            <a:r>
              <a:rPr lang="en-US" sz="2800" dirty="0"/>
              <a:t>(+) </a:t>
            </a:r>
            <a:r>
              <a:rPr lang="en-US" sz="2800" dirty="0" err="1"/>
              <a:t>terminaison</a:t>
            </a:r>
            <a:r>
              <a:rPr lang="en-US" sz="2800" dirty="0"/>
              <a:t> REST API (XML, JSON)</a:t>
            </a:r>
          </a:p>
          <a:p>
            <a:r>
              <a:rPr lang="en-US" sz="2800" dirty="0"/>
              <a:t>(+) </a:t>
            </a:r>
            <a:r>
              <a:rPr lang="en-US" sz="2800" dirty="0" err="1"/>
              <a:t>authentification</a:t>
            </a:r>
            <a:r>
              <a:rPr lang="en-US" sz="2800" dirty="0"/>
              <a:t> via Azure AD (</a:t>
            </a:r>
            <a:r>
              <a:rPr lang="en-US" sz="2800" dirty="0" err="1"/>
              <a:t>jeton</a:t>
            </a:r>
            <a:r>
              <a:rPr lang="en-US" sz="2800" dirty="0"/>
              <a:t> JWT)</a:t>
            </a:r>
          </a:p>
          <a:p>
            <a:r>
              <a:rPr lang="en-US" sz="2800" dirty="0"/>
              <a:t>(+) </a:t>
            </a:r>
            <a:r>
              <a:rPr lang="en-US" sz="2800" dirty="0" err="1"/>
              <a:t>autorisation</a:t>
            </a:r>
            <a:r>
              <a:rPr lang="en-US" sz="2800" dirty="0"/>
              <a:t> </a:t>
            </a:r>
            <a:r>
              <a:rPr lang="en-US" sz="2800" dirty="0" err="1"/>
              <a:t>basée</a:t>
            </a:r>
            <a:r>
              <a:rPr lang="en-US" sz="2800" dirty="0"/>
              <a:t> sur les </a:t>
            </a:r>
            <a:r>
              <a:rPr lang="en-US" sz="2800" dirty="0" err="1"/>
              <a:t>rôles</a:t>
            </a:r>
            <a:r>
              <a:rPr lang="en-US" sz="2800" dirty="0"/>
              <a:t> (RBAC)</a:t>
            </a:r>
          </a:p>
          <a:p>
            <a:r>
              <a:rPr lang="en-US" sz="2800" dirty="0"/>
              <a:t>(+) </a:t>
            </a:r>
            <a:r>
              <a:rPr lang="en-US" sz="2800" dirty="0" err="1"/>
              <a:t>requêtes</a:t>
            </a:r>
            <a:r>
              <a:rPr lang="en-US" sz="2800" dirty="0"/>
              <a:t> </a:t>
            </a:r>
            <a:r>
              <a:rPr lang="en-US" sz="2800" dirty="0" err="1"/>
              <a:t>différentielles</a:t>
            </a:r>
            <a:endParaRPr lang="en-US" sz="2800" dirty="0"/>
          </a:p>
          <a:p>
            <a:r>
              <a:rPr lang="en-US" sz="2800" dirty="0"/>
              <a:t>(+) extension </a:t>
            </a:r>
            <a:r>
              <a:rPr lang="en-US" sz="2800" dirty="0" err="1"/>
              <a:t>d’annuaire</a:t>
            </a:r>
            <a:endParaRPr lang="en-US" sz="2800" dirty="0"/>
          </a:p>
          <a:p>
            <a:r>
              <a:rPr lang="en-US" sz="2800" dirty="0"/>
              <a:t>(+) </a:t>
            </a:r>
            <a:r>
              <a:rPr lang="en-US" sz="2800" dirty="0" err="1"/>
              <a:t>sécurité</a:t>
            </a:r>
            <a:r>
              <a:rPr lang="en-US" sz="2800" dirty="0"/>
              <a:t> par </a:t>
            </a:r>
            <a:r>
              <a:rPr lang="en-US" sz="2800" dirty="0" err="1"/>
              <a:t>étendues</a:t>
            </a:r>
            <a:r>
              <a:rPr lang="en-US" sz="2800" dirty="0"/>
              <a:t> </a:t>
            </a:r>
            <a:r>
              <a:rPr lang="en-US" sz="2800" dirty="0" err="1"/>
              <a:t>d’autorisation</a:t>
            </a:r>
            <a:endParaRPr lang="en-US" sz="2800" dirty="0"/>
          </a:p>
          <a:p>
            <a:r>
              <a:rPr lang="en-US" sz="2800" dirty="0"/>
              <a:t>(+) nouveaux services</a:t>
            </a:r>
          </a:p>
          <a:p>
            <a:r>
              <a:rPr lang="en-US" sz="2800" dirty="0"/>
              <a:t>(+) </a:t>
            </a:r>
            <a:r>
              <a:rPr lang="en-US" sz="2800" dirty="0" err="1"/>
              <a:t>utilisateurs</a:t>
            </a:r>
            <a:r>
              <a:rPr lang="en-US" sz="2800" dirty="0"/>
              <a:t> </a:t>
            </a:r>
            <a:r>
              <a:rPr lang="en-US" sz="2800" dirty="0" err="1"/>
              <a:t>exterieurs</a:t>
            </a:r>
            <a:r>
              <a:rPr lang="en-US" sz="2800" dirty="0"/>
              <a:t> </a:t>
            </a:r>
            <a:r>
              <a:rPr lang="en-US" sz="2800" dirty="0" err="1"/>
              <a:t>gérés</a:t>
            </a:r>
            <a:r>
              <a:rPr lang="en-US" sz="2800" dirty="0"/>
              <a:t> par </a:t>
            </a:r>
            <a:r>
              <a:rPr lang="en-US" sz="2800" dirty="0" err="1"/>
              <a:t>l’AD</a:t>
            </a:r>
            <a:endParaRPr lang="en-US" sz="2800" dirty="0"/>
          </a:p>
        </p:txBody>
      </p:sp>
      <p:sp>
        <p:nvSpPr>
          <p:cNvPr id="3" name="Title 2"/>
          <p:cNvSpPr>
            <a:spLocks noGrp="1"/>
          </p:cNvSpPr>
          <p:nvPr>
            <p:ph type="title"/>
          </p:nvPr>
        </p:nvSpPr>
        <p:spPr/>
        <p:txBody>
          <a:bodyPr/>
          <a:lstStyle/>
          <a:p>
            <a:r>
              <a:rPr lang="fi-FI" dirty="0"/>
              <a:t>A savoir</a:t>
            </a:r>
          </a:p>
        </p:txBody>
      </p:sp>
      <p:pic>
        <p:nvPicPr>
          <p:cNvPr id="2" name="Image 1">
            <a:extLst>
              <a:ext uri="{FF2B5EF4-FFF2-40B4-BE49-F238E27FC236}">
                <a16:creationId xmlns:a16="http://schemas.microsoft.com/office/drawing/2014/main" id="{39B961CF-489B-409B-AD14-6ACDD1394F78}"/>
              </a:ext>
            </a:extLst>
          </p:cNvPr>
          <p:cNvPicPr>
            <a:picLocks noChangeAspect="1"/>
          </p:cNvPicPr>
          <p:nvPr/>
        </p:nvPicPr>
        <p:blipFill>
          <a:blip r:embed="rId3"/>
          <a:stretch>
            <a:fillRect/>
          </a:stretch>
        </p:blipFill>
        <p:spPr>
          <a:xfrm>
            <a:off x="8275637" y="754061"/>
            <a:ext cx="3290765" cy="5707062"/>
          </a:xfrm>
          <a:prstGeom prst="rect">
            <a:avLst/>
          </a:prstGeom>
          <a:ln>
            <a:solidFill>
              <a:schemeClr val="accent1"/>
            </a:solidFill>
          </a:ln>
        </p:spPr>
      </p:pic>
    </p:spTree>
    <p:extLst>
      <p:ext uri="{BB962C8B-B14F-4D97-AF65-F5344CB8AC3E}">
        <p14:creationId xmlns:p14="http://schemas.microsoft.com/office/powerpoint/2010/main" val="1833780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08037" y="1013469"/>
            <a:ext cx="4495800" cy="4693593"/>
          </a:xfrm>
        </p:spPr>
        <p:txBody>
          <a:bodyPr/>
          <a:lstStyle/>
          <a:p>
            <a:r>
              <a:rPr lang="en-US" sz="2800" dirty="0" err="1"/>
              <a:t>Ressources</a:t>
            </a:r>
            <a:r>
              <a:rPr lang="en-US" sz="2800" dirty="0"/>
              <a:t> </a:t>
            </a:r>
            <a:r>
              <a:rPr lang="en-US" sz="2800" dirty="0" err="1"/>
              <a:t>utilisateur</a:t>
            </a:r>
            <a:endParaRPr lang="en-US" sz="2800" dirty="0"/>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Calendars</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Contacts</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Files</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Mail</a:t>
            </a:r>
          </a:p>
          <a:p>
            <a:pPr marL="342900" indent="-342900">
              <a:spcAft>
                <a:spcPts val="600"/>
              </a:spcAft>
              <a:buFont typeface="Wingdings" panose="05000000000000000000" pitchFamily="2" charset="2"/>
              <a:buChar char="q"/>
            </a:pPr>
            <a:r>
              <a:rPr lang="en-US" sz="1800" dirty="0" err="1">
                <a:gradFill>
                  <a:gsLst>
                    <a:gs pos="2917">
                      <a:schemeClr val="tx1"/>
                    </a:gs>
                    <a:gs pos="30000">
                      <a:schemeClr val="tx1"/>
                    </a:gs>
                  </a:gsLst>
                  <a:lin ang="5400000" scaled="0"/>
                </a:gradFill>
                <a:latin typeface="Consolas" panose="020B0609020204030204" pitchFamily="49" charset="0"/>
              </a:rPr>
              <a:t>Openid</a:t>
            </a:r>
            <a:endParaRPr lang="en-US" sz="1800" dirty="0">
              <a:gradFill>
                <a:gsLst>
                  <a:gs pos="2917">
                    <a:schemeClr val="tx1"/>
                  </a:gs>
                  <a:gs pos="30000">
                    <a:schemeClr val="tx1"/>
                  </a:gs>
                </a:gsLst>
                <a:lin ang="5400000" scaled="0"/>
              </a:gradFill>
              <a:latin typeface="Consolas" panose="020B0609020204030204" pitchFamily="49" charset="0"/>
            </a:endParaRP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User</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Notes</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People</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Sites</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Tasks</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Device</a:t>
            </a:r>
          </a:p>
        </p:txBody>
      </p:sp>
      <p:sp>
        <p:nvSpPr>
          <p:cNvPr id="3" name="Title 2"/>
          <p:cNvSpPr>
            <a:spLocks noGrp="1"/>
          </p:cNvSpPr>
          <p:nvPr>
            <p:ph type="title"/>
          </p:nvPr>
        </p:nvSpPr>
        <p:spPr/>
        <p:txBody>
          <a:bodyPr/>
          <a:lstStyle/>
          <a:p>
            <a:r>
              <a:rPr lang="fi-FI" dirty="0"/>
              <a:t>Etendues d’autorisation</a:t>
            </a:r>
          </a:p>
        </p:txBody>
      </p:sp>
      <p:sp>
        <p:nvSpPr>
          <p:cNvPr id="7" name="Text Placeholder 4">
            <a:extLst>
              <a:ext uri="{FF2B5EF4-FFF2-40B4-BE49-F238E27FC236}">
                <a16:creationId xmlns:a16="http://schemas.microsoft.com/office/drawing/2014/main" id="{B153272A-A949-4D30-A79C-B351640190A0}"/>
              </a:ext>
            </a:extLst>
          </p:cNvPr>
          <p:cNvSpPr txBox="1">
            <a:spLocks/>
          </p:cNvSpPr>
          <p:nvPr/>
        </p:nvSpPr>
        <p:spPr>
          <a:xfrm>
            <a:off x="6065837" y="1013469"/>
            <a:ext cx="5029199" cy="4311950"/>
          </a:xfrm>
          <a:prstGeom prst="rect">
            <a:avLst/>
          </a:prstGeom>
        </p:spPr>
        <p:txBody>
          <a:bodyPr vert="horz" wrap="square" lIns="146304" tIns="91440" rIns="146304" bIns="91440" rtlCol="0">
            <a:spAutoFit/>
          </a:bodyPr>
          <a:lst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4000" kern="1200" spc="0" baseline="0">
                <a:gradFill>
                  <a:gsLst>
                    <a:gs pos="1250">
                      <a:schemeClr val="tx2"/>
                    </a:gs>
                    <a:gs pos="99000">
                      <a:schemeClr val="tx2"/>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800" dirty="0" err="1"/>
              <a:t>Ressources</a:t>
            </a:r>
            <a:r>
              <a:rPr lang="en-US" sz="2800" dirty="0"/>
              <a:t> admin</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Directory</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Group</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Sites (full control all)</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User (all)</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People</a:t>
            </a:r>
          </a:p>
          <a:p>
            <a:pPr marL="342900" indent="-342900">
              <a:spcAft>
                <a:spcPts val="600"/>
              </a:spcAft>
              <a:buFont typeface="Wingdings" panose="05000000000000000000" pitchFamily="2" charset="2"/>
              <a:buChar char="q"/>
            </a:pPr>
            <a:r>
              <a:rPr lang="en-US" sz="1800" dirty="0" err="1">
                <a:gradFill>
                  <a:gsLst>
                    <a:gs pos="2917">
                      <a:schemeClr val="tx1"/>
                    </a:gs>
                    <a:gs pos="30000">
                      <a:schemeClr val="tx1"/>
                    </a:gs>
                  </a:gsLst>
                  <a:lin ang="5400000" scaled="0"/>
                </a:gradFill>
                <a:latin typeface="Consolas" panose="020B0609020204030204" pitchFamily="49" charset="0"/>
              </a:rPr>
              <a:t>DeviceManagementApps</a:t>
            </a:r>
            <a:endParaRPr lang="en-US" sz="1800" dirty="0">
              <a:gradFill>
                <a:gsLst>
                  <a:gs pos="2917">
                    <a:schemeClr val="tx1"/>
                  </a:gs>
                  <a:gs pos="30000">
                    <a:schemeClr val="tx1"/>
                  </a:gs>
                </a:gsLst>
                <a:lin ang="5400000" scaled="0"/>
              </a:gradFill>
              <a:latin typeface="Consolas" panose="020B0609020204030204" pitchFamily="49" charset="0"/>
            </a:endParaRPr>
          </a:p>
          <a:p>
            <a:pPr marL="342900" indent="-342900">
              <a:spcAft>
                <a:spcPts val="600"/>
              </a:spcAft>
              <a:buFont typeface="Wingdings" panose="05000000000000000000" pitchFamily="2" charset="2"/>
              <a:buChar char="q"/>
            </a:pPr>
            <a:r>
              <a:rPr lang="en-US" sz="1800" dirty="0" err="1">
                <a:gradFill>
                  <a:gsLst>
                    <a:gs pos="2917">
                      <a:schemeClr val="tx1"/>
                    </a:gs>
                    <a:gs pos="30000">
                      <a:schemeClr val="tx1"/>
                    </a:gs>
                  </a:gsLst>
                  <a:lin ang="5400000" scaled="0"/>
                </a:gradFill>
                <a:latin typeface="Consolas" panose="020B0609020204030204" pitchFamily="49" charset="0"/>
              </a:rPr>
              <a:t>IdentityRiskEvent</a:t>
            </a:r>
            <a:endParaRPr lang="en-US" sz="1800" dirty="0">
              <a:gradFill>
                <a:gsLst>
                  <a:gs pos="2917">
                    <a:schemeClr val="tx1"/>
                  </a:gs>
                  <a:gs pos="30000">
                    <a:schemeClr val="tx1"/>
                  </a:gs>
                </a:gsLst>
                <a:lin ang="5400000" scaled="0"/>
              </a:gradFill>
              <a:latin typeface="Consolas" panose="020B0609020204030204" pitchFamily="49" charset="0"/>
            </a:endParaRPr>
          </a:p>
          <a:p>
            <a:pPr marL="342900" indent="-342900">
              <a:spcAft>
                <a:spcPts val="600"/>
              </a:spcAft>
              <a:buFont typeface="Wingdings" panose="05000000000000000000" pitchFamily="2" charset="2"/>
              <a:buChar char="q"/>
            </a:pPr>
            <a:r>
              <a:rPr lang="en-US" sz="1800" dirty="0" err="1">
                <a:gradFill>
                  <a:gsLst>
                    <a:gs pos="2917">
                      <a:schemeClr val="tx1"/>
                    </a:gs>
                    <a:gs pos="30000">
                      <a:schemeClr val="tx1"/>
                    </a:gs>
                  </a:gsLst>
                  <a:lin ang="5400000" scaled="0"/>
                </a:gradFill>
                <a:latin typeface="Consolas" panose="020B0609020204030204" pitchFamily="49" charset="0"/>
              </a:rPr>
              <a:t>IdentityProvider</a:t>
            </a:r>
            <a:endParaRPr lang="en-US" sz="1800" dirty="0">
              <a:gradFill>
                <a:gsLst>
                  <a:gs pos="2917">
                    <a:schemeClr val="tx1"/>
                  </a:gs>
                  <a:gs pos="30000">
                    <a:schemeClr val="tx1"/>
                  </a:gs>
                </a:gsLst>
                <a:lin ang="5400000" scaled="0"/>
              </a:gradFill>
              <a:latin typeface="Consolas" panose="020B0609020204030204" pitchFamily="49" charset="0"/>
            </a:endParaRP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Member</a:t>
            </a:r>
          </a:p>
          <a:p>
            <a:pPr marL="342900" indent="-342900">
              <a:spcAft>
                <a:spcPts val="600"/>
              </a:spcAft>
              <a:buFont typeface="Wingdings" panose="05000000000000000000" pitchFamily="2" charset="2"/>
              <a:buChar char="q"/>
            </a:pPr>
            <a:r>
              <a:rPr lang="en-US" sz="1800" dirty="0">
                <a:gradFill>
                  <a:gsLst>
                    <a:gs pos="2917">
                      <a:schemeClr val="tx1"/>
                    </a:gs>
                    <a:gs pos="30000">
                      <a:schemeClr val="tx1"/>
                    </a:gs>
                  </a:gsLst>
                  <a:lin ang="5400000" scaled="0"/>
                </a:gradFill>
                <a:latin typeface="Consolas" panose="020B0609020204030204" pitchFamily="49" charset="0"/>
              </a:rPr>
              <a:t>Reports</a:t>
            </a:r>
          </a:p>
        </p:txBody>
      </p:sp>
      <p:sp>
        <p:nvSpPr>
          <p:cNvPr id="8" name="Rectangle 7">
            <a:extLst>
              <a:ext uri="{FF2B5EF4-FFF2-40B4-BE49-F238E27FC236}">
                <a16:creationId xmlns:a16="http://schemas.microsoft.com/office/drawing/2014/main" id="{9624A0A8-8F6E-4207-A673-1BC3257765DF}"/>
              </a:ext>
            </a:extLst>
          </p:cNvPr>
          <p:cNvSpPr/>
          <p:nvPr/>
        </p:nvSpPr>
        <p:spPr bwMode="auto">
          <a:xfrm>
            <a:off x="274637" y="5707062"/>
            <a:ext cx="11810999" cy="533400"/>
          </a:xfrm>
          <a:prstGeom prst="rect">
            <a:avLst/>
          </a:prstGeom>
          <a:solidFill>
            <a:srgbClr val="F0525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.Link : </a:t>
            </a:r>
            <a:r>
              <a:rPr lang="en-US" sz="2000" dirty="0">
                <a:gradFill>
                  <a:gsLst>
                    <a:gs pos="0">
                      <a:srgbClr val="FFFFFF"/>
                    </a:gs>
                    <a:gs pos="100000">
                      <a:srgbClr val="FFFFFF"/>
                    </a:gs>
                  </a:gsLst>
                  <a:lin ang="5400000" scaled="0"/>
                </a:gradFill>
                <a:latin typeface="+mj-lt"/>
                <a:ea typeface="Segoe UI" pitchFamily="34" charset="0"/>
                <a:cs typeface="Segoe UI" pitchFamily="34" charset="0"/>
              </a:rPr>
              <a:t>https://msdn.microsoft.com/library/azure/ad/graph/howto/azure-ad-graph-api-permission-scopes</a:t>
            </a:r>
            <a:endParaRPr lang="en-US" sz="2400" dirty="0">
              <a:gradFill>
                <a:gsLst>
                  <a:gs pos="0">
                    <a:srgbClr val="FFFFFF"/>
                  </a:gs>
                  <a:gs pos="100000">
                    <a:srgbClr val="FFFFFF"/>
                  </a:gs>
                </a:gsLst>
                <a:lin ang="5400000" scaled="0"/>
              </a:gradFill>
              <a:latin typeface="+mj-lt"/>
              <a:ea typeface="Segoe UI" pitchFamily="34" charset="0"/>
              <a:cs typeface="Segoe UI" pitchFamily="34" charset="0"/>
            </a:endParaRPr>
          </a:p>
        </p:txBody>
      </p:sp>
      <p:sp>
        <p:nvSpPr>
          <p:cNvPr id="9" name="Rectangle 8">
            <a:extLst>
              <a:ext uri="{FF2B5EF4-FFF2-40B4-BE49-F238E27FC236}">
                <a16:creationId xmlns:a16="http://schemas.microsoft.com/office/drawing/2014/main" id="{4063B4F9-964C-4F8F-8D0F-DAE17FA3D564}"/>
              </a:ext>
            </a:extLst>
          </p:cNvPr>
          <p:cNvSpPr/>
          <p:nvPr/>
        </p:nvSpPr>
        <p:spPr bwMode="auto">
          <a:xfrm>
            <a:off x="274636" y="6360803"/>
            <a:ext cx="11810999" cy="533400"/>
          </a:xfrm>
          <a:prstGeom prst="rect">
            <a:avLst/>
          </a:prstGeom>
          <a:solidFill>
            <a:srgbClr val="F0525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.Link : </a:t>
            </a:r>
            <a:r>
              <a:rPr lang="en-US" sz="2000" dirty="0">
                <a:gradFill>
                  <a:gsLst>
                    <a:gs pos="0">
                      <a:srgbClr val="FFFFFF"/>
                    </a:gs>
                    <a:gs pos="100000">
                      <a:srgbClr val="FFFFFF"/>
                    </a:gs>
                  </a:gsLst>
                  <a:lin ang="5400000" scaled="0"/>
                </a:gradFill>
                <a:latin typeface="+mj-lt"/>
                <a:ea typeface="Segoe UI" pitchFamily="34" charset="0"/>
                <a:cs typeface="Segoe UI" pitchFamily="34" charset="0"/>
              </a:rPr>
              <a:t>https://developer.microsoft.com/en-us/graph/docs/concepts/permissions_reference</a:t>
            </a:r>
            <a:endParaRPr lang="en-US" sz="2400" dirty="0">
              <a:gradFill>
                <a:gsLst>
                  <a:gs pos="0">
                    <a:srgbClr val="FFFFFF"/>
                  </a:gs>
                  <a:gs pos="100000">
                    <a:srgbClr val="FFFFFF"/>
                  </a:gs>
                </a:gsLst>
                <a:lin ang="5400000" scaled="0"/>
              </a:gradFill>
              <a:latin typeface="+mj-lt"/>
              <a:ea typeface="Segoe UI" pitchFamily="34" charset="0"/>
              <a:cs typeface="Segoe UI" pitchFamily="34" charset="0"/>
            </a:endParaRPr>
          </a:p>
        </p:txBody>
      </p:sp>
    </p:spTree>
    <p:extLst>
      <p:ext uri="{BB962C8B-B14F-4D97-AF65-F5344CB8AC3E}">
        <p14:creationId xmlns:p14="http://schemas.microsoft.com/office/powerpoint/2010/main" val="3477574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fi-FI" dirty="0"/>
              <a:t>Tester les requêtes</a:t>
            </a:r>
          </a:p>
        </p:txBody>
      </p:sp>
      <p:sp>
        <p:nvSpPr>
          <p:cNvPr id="8" name="Rectangle 7">
            <a:extLst>
              <a:ext uri="{FF2B5EF4-FFF2-40B4-BE49-F238E27FC236}">
                <a16:creationId xmlns:a16="http://schemas.microsoft.com/office/drawing/2014/main" id="{9624A0A8-8F6E-4207-A673-1BC3257765DF}"/>
              </a:ext>
            </a:extLst>
          </p:cNvPr>
          <p:cNvSpPr/>
          <p:nvPr/>
        </p:nvSpPr>
        <p:spPr bwMode="auto">
          <a:xfrm>
            <a:off x="274639" y="6316662"/>
            <a:ext cx="11810999" cy="533400"/>
          </a:xfrm>
          <a:prstGeom prst="rect">
            <a:avLst/>
          </a:prstGeom>
          <a:solidFill>
            <a:srgbClr val="F0525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.Link : </a:t>
            </a:r>
            <a:r>
              <a:rPr lang="en-US" sz="2000" dirty="0">
                <a:gradFill>
                  <a:gsLst>
                    <a:gs pos="0">
                      <a:srgbClr val="FFFFFF"/>
                    </a:gs>
                    <a:gs pos="100000">
                      <a:srgbClr val="FFFFFF"/>
                    </a:gs>
                  </a:gsLst>
                  <a:lin ang="5400000" scaled="0"/>
                </a:gradFill>
                <a:latin typeface="+mj-lt"/>
                <a:ea typeface="Segoe UI" pitchFamily="34" charset="0"/>
                <a:cs typeface="Segoe UI" pitchFamily="34" charset="0"/>
              </a:rPr>
              <a:t>https://developer.microsoft.com/en-us/graph/graph-explorer</a:t>
            </a:r>
            <a:endParaRPr lang="en-US" sz="2400" dirty="0">
              <a:gradFill>
                <a:gsLst>
                  <a:gs pos="0">
                    <a:srgbClr val="FFFFFF"/>
                  </a:gs>
                  <a:gs pos="100000">
                    <a:srgbClr val="FFFFFF"/>
                  </a:gs>
                </a:gsLst>
                <a:lin ang="5400000" scaled="0"/>
              </a:gradFill>
              <a:latin typeface="+mj-lt"/>
              <a:ea typeface="Segoe UI" pitchFamily="34" charset="0"/>
              <a:cs typeface="Segoe UI" pitchFamily="34" charset="0"/>
            </a:endParaRPr>
          </a:p>
        </p:txBody>
      </p:sp>
      <p:pic>
        <p:nvPicPr>
          <p:cNvPr id="6" name="Image 5">
            <a:extLst>
              <a:ext uri="{FF2B5EF4-FFF2-40B4-BE49-F238E27FC236}">
                <a16:creationId xmlns:a16="http://schemas.microsoft.com/office/drawing/2014/main" id="{C006EB17-9F61-4CF0-A10D-2F9CB2633077}"/>
              </a:ext>
            </a:extLst>
          </p:cNvPr>
          <p:cNvPicPr>
            <a:picLocks noChangeAspect="1"/>
          </p:cNvPicPr>
          <p:nvPr/>
        </p:nvPicPr>
        <p:blipFill>
          <a:blip r:embed="rId3"/>
          <a:stretch>
            <a:fillRect/>
          </a:stretch>
        </p:blipFill>
        <p:spPr>
          <a:xfrm>
            <a:off x="2103437" y="1135062"/>
            <a:ext cx="8293787" cy="5018967"/>
          </a:xfrm>
          <a:prstGeom prst="rect">
            <a:avLst/>
          </a:prstGeom>
          <a:ln>
            <a:solidFill>
              <a:schemeClr val="accent1"/>
            </a:solidFill>
          </a:ln>
        </p:spPr>
      </p:pic>
    </p:spTree>
    <p:extLst>
      <p:ext uri="{BB962C8B-B14F-4D97-AF65-F5344CB8AC3E}">
        <p14:creationId xmlns:p14="http://schemas.microsoft.com/office/powerpoint/2010/main" val="2894641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9" y="295274"/>
            <a:ext cx="11889564" cy="917575"/>
          </a:xfrm>
        </p:spPr>
        <p:txBody>
          <a:bodyPr/>
          <a:lstStyle/>
          <a:p>
            <a:r>
              <a:rPr lang="fi-FI" dirty="0"/>
              <a:t>Authentification et Tokens</a:t>
            </a:r>
          </a:p>
        </p:txBody>
      </p:sp>
      <p:sp>
        <p:nvSpPr>
          <p:cNvPr id="6" name="Rectangle 5">
            <a:extLst>
              <a:ext uri="{FF2B5EF4-FFF2-40B4-BE49-F238E27FC236}">
                <a16:creationId xmlns:a16="http://schemas.microsoft.com/office/drawing/2014/main" id="{986BB03F-E16D-4816-85CD-43A006BFC977}"/>
              </a:ext>
            </a:extLst>
          </p:cNvPr>
          <p:cNvSpPr/>
          <p:nvPr/>
        </p:nvSpPr>
        <p:spPr bwMode="auto">
          <a:xfrm>
            <a:off x="312736" y="6240462"/>
            <a:ext cx="11810999" cy="533400"/>
          </a:xfrm>
          <a:prstGeom prst="rect">
            <a:avLst/>
          </a:prstGeom>
          <a:solidFill>
            <a:srgbClr val="F0525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latin typeface="+mj-lt"/>
                <a:ea typeface="Segoe UI" pitchFamily="34" charset="0"/>
                <a:cs typeface="Segoe UI" pitchFamily="34" charset="0"/>
              </a:rPr>
              <a:t>.Link : </a:t>
            </a:r>
            <a:r>
              <a:rPr lang="en-US" sz="2000" dirty="0">
                <a:gradFill>
                  <a:gsLst>
                    <a:gs pos="0">
                      <a:srgbClr val="FFFFFF"/>
                    </a:gs>
                    <a:gs pos="100000">
                      <a:srgbClr val="FFFFFF"/>
                    </a:gs>
                  </a:gsLst>
                  <a:lin ang="5400000" scaled="0"/>
                </a:gradFill>
                <a:latin typeface="+mj-lt"/>
                <a:ea typeface="Segoe UI" pitchFamily="34" charset="0"/>
                <a:cs typeface="Segoe UI" pitchFamily="34" charset="0"/>
              </a:rPr>
              <a:t>https://developer.microsoft.com/en-us/graph/docs/concepts/auth_overview</a:t>
            </a:r>
            <a:endParaRPr lang="en-US" sz="2400" dirty="0">
              <a:gradFill>
                <a:gsLst>
                  <a:gs pos="0">
                    <a:srgbClr val="FFFFFF"/>
                  </a:gs>
                  <a:gs pos="100000">
                    <a:srgbClr val="FFFFFF"/>
                  </a:gs>
                </a:gsLst>
                <a:lin ang="5400000" scaled="0"/>
              </a:gradFill>
              <a:latin typeface="+mj-lt"/>
              <a:ea typeface="Segoe UI" pitchFamily="34" charset="0"/>
              <a:cs typeface="Segoe UI" pitchFamily="34" charset="0"/>
            </a:endParaRPr>
          </a:p>
        </p:txBody>
      </p:sp>
      <p:pic>
        <p:nvPicPr>
          <p:cNvPr id="8" name="Image 7">
            <a:extLst>
              <a:ext uri="{FF2B5EF4-FFF2-40B4-BE49-F238E27FC236}">
                <a16:creationId xmlns:a16="http://schemas.microsoft.com/office/drawing/2014/main" id="{012C1FDD-35DD-4719-AC84-2AAADF56A4A4}"/>
              </a:ext>
            </a:extLst>
          </p:cNvPr>
          <p:cNvPicPr>
            <a:picLocks noChangeAspect="1"/>
          </p:cNvPicPr>
          <p:nvPr/>
        </p:nvPicPr>
        <p:blipFill>
          <a:blip r:embed="rId3"/>
          <a:stretch>
            <a:fillRect/>
          </a:stretch>
        </p:blipFill>
        <p:spPr>
          <a:xfrm>
            <a:off x="2032763" y="1163637"/>
            <a:ext cx="8201025" cy="4667250"/>
          </a:xfrm>
          <a:prstGeom prst="rect">
            <a:avLst/>
          </a:prstGeom>
        </p:spPr>
      </p:pic>
    </p:spTree>
    <p:extLst>
      <p:ext uri="{BB962C8B-B14F-4D97-AF65-F5344CB8AC3E}">
        <p14:creationId xmlns:p14="http://schemas.microsoft.com/office/powerpoint/2010/main" val="141476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20A48A-6589-4A8B-B5D6-74797FB5CC45}"/>
              </a:ext>
            </a:extLst>
          </p:cNvPr>
          <p:cNvSpPr>
            <a:spLocks noGrp="1"/>
          </p:cNvSpPr>
          <p:nvPr>
            <p:ph type="title"/>
          </p:nvPr>
        </p:nvSpPr>
        <p:spPr>
          <a:xfrm>
            <a:off x="274637" y="2125677"/>
            <a:ext cx="11201399" cy="1181862"/>
          </a:xfrm>
        </p:spPr>
        <p:txBody>
          <a:bodyPr/>
          <a:lstStyle/>
          <a:p>
            <a:r>
              <a:rPr lang="en-US" dirty="0" err="1"/>
              <a:t>Mise</a:t>
            </a:r>
            <a:r>
              <a:rPr lang="en-US" dirty="0"/>
              <a:t> </a:t>
            </a:r>
            <a:r>
              <a:rPr lang="en-US" dirty="0" err="1"/>
              <a:t>en</a:t>
            </a:r>
            <a:r>
              <a:rPr lang="en-US" dirty="0"/>
              <a:t> </a:t>
            </a:r>
            <a:r>
              <a:rPr lang="en-US" dirty="0" err="1"/>
              <a:t>pratique</a:t>
            </a:r>
            <a:endParaRPr lang="en-US" dirty="0"/>
          </a:p>
        </p:txBody>
      </p:sp>
      <p:sp>
        <p:nvSpPr>
          <p:cNvPr id="5" name="Text Placeholder 4">
            <a:extLst>
              <a:ext uri="{FF2B5EF4-FFF2-40B4-BE49-F238E27FC236}">
                <a16:creationId xmlns:a16="http://schemas.microsoft.com/office/drawing/2014/main" id="{E16CADC4-9230-4214-8D55-661F4C97EE42}"/>
              </a:ext>
            </a:extLst>
          </p:cNvPr>
          <p:cNvSpPr>
            <a:spLocks noGrp="1"/>
          </p:cNvSpPr>
          <p:nvPr>
            <p:ph type="body" sz="quarter" idx="12"/>
          </p:nvPr>
        </p:nvSpPr>
        <p:spPr/>
        <p:txBody>
          <a:bodyPr/>
          <a:lstStyle/>
          <a:p>
            <a:endParaRPr lang="en-US" dirty="0"/>
          </a:p>
        </p:txBody>
      </p:sp>
    </p:spTree>
    <p:extLst>
      <p:ext uri="{BB962C8B-B14F-4D97-AF65-F5344CB8AC3E}">
        <p14:creationId xmlns:p14="http://schemas.microsoft.com/office/powerpoint/2010/main" val="1478745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14ED28-E417-4E27-8878-298275C1D9C2}"/>
              </a:ext>
            </a:extLst>
          </p:cNvPr>
          <p:cNvSpPr>
            <a:spLocks noGrp="1"/>
          </p:cNvSpPr>
          <p:nvPr>
            <p:ph type="title"/>
          </p:nvPr>
        </p:nvSpPr>
        <p:spPr/>
        <p:txBody>
          <a:bodyPr/>
          <a:lstStyle/>
          <a:p>
            <a:r>
              <a:rPr lang="en-US" dirty="0" err="1"/>
              <a:t>Exercices</a:t>
            </a:r>
            <a:endParaRPr lang="en-US" dirty="0"/>
          </a:p>
        </p:txBody>
      </p:sp>
      <p:sp>
        <p:nvSpPr>
          <p:cNvPr id="4" name="Text Placeholder 3">
            <a:extLst>
              <a:ext uri="{FF2B5EF4-FFF2-40B4-BE49-F238E27FC236}">
                <a16:creationId xmlns:a16="http://schemas.microsoft.com/office/drawing/2014/main" id="{BC220B95-314D-4793-8D0E-7A3AB87CE2F3}"/>
              </a:ext>
            </a:extLst>
          </p:cNvPr>
          <p:cNvSpPr>
            <a:spLocks noGrp="1"/>
          </p:cNvSpPr>
          <p:nvPr>
            <p:ph type="body" sz="quarter" idx="10"/>
          </p:nvPr>
        </p:nvSpPr>
        <p:spPr>
          <a:xfrm>
            <a:off x="274640" y="1212852"/>
            <a:ext cx="11887200" cy="4881336"/>
          </a:xfrm>
        </p:spPr>
        <p:txBody>
          <a:bodyPr/>
          <a:lstStyle/>
          <a:p>
            <a:r>
              <a:rPr lang="en-US" dirty="0"/>
              <a:t>Deux </a:t>
            </a:r>
            <a:r>
              <a:rPr lang="en-US" dirty="0" err="1"/>
              <a:t>chemins</a:t>
            </a:r>
            <a:r>
              <a:rPr lang="en-US" dirty="0"/>
              <a:t>:</a:t>
            </a:r>
          </a:p>
          <a:p>
            <a:pPr marL="342900" lvl="1" indent="-342900">
              <a:buFont typeface="Arial" panose="020B0604020202020204" pitchFamily="34" charset="0"/>
              <a:buChar char="•"/>
            </a:pPr>
            <a:endParaRPr lang="en-US" dirty="0"/>
          </a:p>
          <a:p>
            <a:pPr marL="342900" lvl="1" indent="-342900">
              <a:buFont typeface="Arial" panose="020B0604020202020204" pitchFamily="34" charset="0"/>
              <a:buChar char="•"/>
            </a:pPr>
            <a:endParaRPr lang="en-US" dirty="0"/>
          </a:p>
          <a:p>
            <a:pPr marL="342900" lvl="1" indent="-342900">
              <a:buFont typeface="Arial" panose="020B0604020202020204" pitchFamily="34" charset="0"/>
              <a:buChar char="•"/>
            </a:pPr>
            <a:endParaRPr lang="en-US" dirty="0"/>
          </a:p>
          <a:p>
            <a:endParaRPr lang="en-US" dirty="0"/>
          </a:p>
          <a:p>
            <a:endParaRPr lang="en-US" dirty="0"/>
          </a:p>
          <a:p>
            <a:r>
              <a:rPr lang="en-US" dirty="0" err="1"/>
              <a:t>Exercices</a:t>
            </a:r>
            <a:endParaRPr lang="en-US" dirty="0"/>
          </a:p>
          <a:p>
            <a:pPr marL="342900" lvl="1" indent="-342900">
              <a:buFont typeface="Arial" panose="020B0604020202020204" pitchFamily="34" charset="0"/>
              <a:buChar char="•"/>
            </a:pPr>
            <a:r>
              <a:rPr lang="en-US" dirty="0" err="1"/>
              <a:t>Authentification</a:t>
            </a:r>
            <a:endParaRPr lang="en-US" dirty="0"/>
          </a:p>
          <a:p>
            <a:pPr marL="342900" lvl="1" indent="-342900">
              <a:buFont typeface="Arial" panose="020B0604020202020204" pitchFamily="34" charset="0"/>
              <a:buChar char="•"/>
            </a:pPr>
            <a:r>
              <a:rPr lang="en-US" dirty="0"/>
              <a:t>Inscription d’un </a:t>
            </a:r>
            <a:r>
              <a:rPr lang="en-US" dirty="0" err="1"/>
              <a:t>utilisateur</a:t>
            </a:r>
            <a:r>
              <a:rPr lang="en-US" dirty="0"/>
              <a:t> (</a:t>
            </a:r>
            <a:r>
              <a:rPr lang="en-US" dirty="0" err="1"/>
              <a:t>écriture</a:t>
            </a:r>
            <a:r>
              <a:rPr lang="en-US" dirty="0"/>
              <a:t> </a:t>
            </a:r>
            <a:r>
              <a:rPr lang="en-US" dirty="0" err="1"/>
              <a:t>dans</a:t>
            </a:r>
            <a:r>
              <a:rPr lang="en-US" dirty="0"/>
              <a:t> un </a:t>
            </a:r>
            <a:r>
              <a:rPr lang="en-US" dirty="0" err="1"/>
              <a:t>fichier</a:t>
            </a:r>
            <a:r>
              <a:rPr lang="en-US" dirty="0"/>
              <a:t> Excel, lecture </a:t>
            </a:r>
            <a:r>
              <a:rPr lang="en-US" dirty="0" err="1"/>
              <a:t>calendrier</a:t>
            </a:r>
            <a:r>
              <a:rPr lang="en-US" dirty="0"/>
              <a:t>)</a:t>
            </a:r>
          </a:p>
          <a:p>
            <a:pPr marL="342900" lvl="1" indent="-342900">
              <a:buFont typeface="Arial" panose="020B0604020202020204" pitchFamily="34" charset="0"/>
              <a:buChar char="•"/>
            </a:pPr>
            <a:r>
              <a:rPr lang="en-US" dirty="0"/>
              <a:t>Gestion de la </a:t>
            </a:r>
            <a:r>
              <a:rPr lang="en-US" dirty="0" err="1"/>
              <a:t>durée</a:t>
            </a:r>
            <a:r>
              <a:rPr lang="en-US" dirty="0"/>
              <a:t> du </a:t>
            </a:r>
            <a:r>
              <a:rPr lang="en-US" dirty="0" err="1"/>
              <a:t>compte</a:t>
            </a:r>
            <a:endParaRPr lang="en-US" dirty="0"/>
          </a:p>
          <a:p>
            <a:pPr marL="342900" lvl="1" indent="-342900">
              <a:buFont typeface="Arial" panose="020B0604020202020204" pitchFamily="34" charset="0"/>
              <a:buChar char="•"/>
            </a:pPr>
            <a:r>
              <a:rPr lang="en-US" dirty="0"/>
              <a:t>Recherche de </a:t>
            </a:r>
            <a:r>
              <a:rPr lang="en-US" dirty="0" err="1"/>
              <a:t>fichiers</a:t>
            </a:r>
            <a:endParaRPr lang="en-US" dirty="0"/>
          </a:p>
        </p:txBody>
      </p:sp>
      <p:pic>
        <p:nvPicPr>
          <p:cNvPr id="5" name="Image 4">
            <a:extLst>
              <a:ext uri="{FF2B5EF4-FFF2-40B4-BE49-F238E27FC236}">
                <a16:creationId xmlns:a16="http://schemas.microsoft.com/office/drawing/2014/main" id="{4A42A34C-4333-4F7A-A653-4158A9552D03}"/>
              </a:ext>
            </a:extLst>
          </p:cNvPr>
          <p:cNvPicPr>
            <a:picLocks noChangeAspect="1"/>
          </p:cNvPicPr>
          <p:nvPr/>
        </p:nvPicPr>
        <p:blipFill>
          <a:blip r:embed="rId3"/>
          <a:stretch>
            <a:fillRect/>
          </a:stretch>
        </p:blipFill>
        <p:spPr>
          <a:xfrm>
            <a:off x="3170237" y="1999763"/>
            <a:ext cx="1371600" cy="1371600"/>
          </a:xfrm>
          <a:prstGeom prst="rect">
            <a:avLst/>
          </a:prstGeom>
        </p:spPr>
      </p:pic>
      <p:pic>
        <p:nvPicPr>
          <p:cNvPr id="7" name="Image 6">
            <a:extLst>
              <a:ext uri="{FF2B5EF4-FFF2-40B4-BE49-F238E27FC236}">
                <a16:creationId xmlns:a16="http://schemas.microsoft.com/office/drawing/2014/main" id="{68BDED46-179B-44D8-A726-EB9828FA58B5}"/>
              </a:ext>
            </a:extLst>
          </p:cNvPr>
          <p:cNvPicPr>
            <a:picLocks noChangeAspect="1"/>
          </p:cNvPicPr>
          <p:nvPr/>
        </p:nvPicPr>
        <p:blipFill>
          <a:blip r:embed="rId4"/>
          <a:stretch>
            <a:fillRect/>
          </a:stretch>
        </p:blipFill>
        <p:spPr>
          <a:xfrm>
            <a:off x="6751637" y="1907431"/>
            <a:ext cx="1589831" cy="1589831"/>
          </a:xfrm>
          <a:prstGeom prst="rect">
            <a:avLst/>
          </a:prstGeom>
        </p:spPr>
      </p:pic>
    </p:spTree>
    <p:extLst>
      <p:ext uri="{BB962C8B-B14F-4D97-AF65-F5344CB8AC3E}">
        <p14:creationId xmlns:p14="http://schemas.microsoft.com/office/powerpoint/2010/main" val="232844222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D9725B-698E-47E3-B931-CB100214DE36}"/>
              </a:ext>
            </a:extLst>
          </p:cNvPr>
          <p:cNvSpPr/>
          <p:nvPr/>
        </p:nvSpPr>
        <p:spPr bwMode="auto">
          <a:xfrm>
            <a:off x="0" y="0"/>
            <a:ext cx="4389437" cy="6994525"/>
          </a:xfrm>
          <a:prstGeom prst="rect">
            <a:avLst/>
          </a:prstGeom>
          <a:solidFill>
            <a:srgbClr val="F0525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3" name="Text Placeholder 2"/>
          <p:cNvSpPr>
            <a:spLocks noGrp="1"/>
          </p:cNvSpPr>
          <p:nvPr>
            <p:ph type="body" sz="quarter" idx="10"/>
          </p:nvPr>
        </p:nvSpPr>
        <p:spPr>
          <a:xfrm>
            <a:off x="5760073" y="4074692"/>
            <a:ext cx="6934200" cy="710964"/>
          </a:xfrm>
          <a:prstGeom prst="rect">
            <a:avLst/>
          </a:prstGeom>
        </p:spPr>
        <p:txBody>
          <a:bodyPr lIns="182880" tIns="146304" rIns="182880" bIns="146304"/>
          <a:lstStyle/>
          <a:p>
            <a:pPr marL="0" indent="0">
              <a:buClr>
                <a:schemeClr val="tx1"/>
              </a:buClr>
              <a:buNone/>
              <a:defRPr/>
            </a:pPr>
            <a:r>
              <a:rPr lang="en-US" sz="3000" dirty="0">
                <a:gradFill>
                  <a:gsLst>
                    <a:gs pos="99115">
                      <a:schemeClr val="tx1"/>
                    </a:gs>
                    <a:gs pos="59000">
                      <a:schemeClr val="tx1"/>
                    </a:gs>
                  </a:gsLst>
                  <a:lin ang="5400000" scaled="0"/>
                </a:gradFill>
                <a:latin typeface="+mn-lt"/>
              </a:rPr>
              <a:t>Phone:</a:t>
            </a:r>
            <a:r>
              <a:rPr lang="en-US" sz="3000" dirty="0">
                <a:gradFill>
                  <a:gsLst>
                    <a:gs pos="99115">
                      <a:schemeClr val="tx2"/>
                    </a:gs>
                    <a:gs pos="59000">
                      <a:schemeClr val="tx2"/>
                    </a:gs>
                  </a:gsLst>
                  <a:lin ang="5400000" scaled="0"/>
                </a:gradFill>
                <a:latin typeface="+mn-lt"/>
              </a:rPr>
              <a:t> </a:t>
            </a:r>
            <a:r>
              <a:rPr lang="en-US" sz="2600" dirty="0">
                <a:gradFill>
                  <a:gsLst>
                    <a:gs pos="99115">
                      <a:schemeClr val="tx1"/>
                    </a:gs>
                    <a:gs pos="59000">
                      <a:schemeClr val="tx1"/>
                    </a:gs>
                  </a:gsLst>
                  <a:lin ang="5400000" scaled="0"/>
                </a:gradFill>
                <a:latin typeface="+mn-lt"/>
              </a:rPr>
              <a:t>TBD</a:t>
            </a:r>
            <a:endParaRPr lang="en-US" sz="2600" dirty="0">
              <a:gradFill>
                <a:gsLst>
                  <a:gs pos="0">
                    <a:schemeClr val="tx2"/>
                  </a:gs>
                  <a:gs pos="100000">
                    <a:schemeClr val="tx2"/>
                  </a:gs>
                </a:gsLst>
                <a:lin ang="5400000" scaled="0"/>
              </a:gradFill>
              <a:latin typeface="+mn-lt"/>
            </a:endParaRPr>
          </a:p>
        </p:txBody>
      </p:sp>
      <p:sp>
        <p:nvSpPr>
          <p:cNvPr id="2" name="Title 1"/>
          <p:cNvSpPr>
            <a:spLocks noGrp="1"/>
          </p:cNvSpPr>
          <p:nvPr>
            <p:ph type="title"/>
          </p:nvPr>
        </p:nvSpPr>
        <p:spPr>
          <a:xfrm>
            <a:off x="274639" y="1362868"/>
            <a:ext cx="4571999" cy="2556631"/>
          </a:xfrm>
        </p:spPr>
        <p:txBody>
          <a:bodyPr/>
          <a:lstStyle/>
          <a:p>
            <a:r>
              <a:rPr lang="en-US" sz="6000" dirty="0">
                <a:gradFill>
                  <a:gsLst>
                    <a:gs pos="730">
                      <a:schemeClr val="bg1"/>
                    </a:gs>
                    <a:gs pos="15328">
                      <a:schemeClr val="bg1"/>
                    </a:gs>
                  </a:gsLst>
                  <a:lin ang="5400000" scaled="0"/>
                </a:gradFill>
              </a:rPr>
              <a:t>Please evaluate </a:t>
            </a:r>
            <a:br>
              <a:rPr lang="en-US" sz="6000" dirty="0">
                <a:gradFill>
                  <a:gsLst>
                    <a:gs pos="730">
                      <a:schemeClr val="bg1"/>
                    </a:gs>
                    <a:gs pos="15328">
                      <a:schemeClr val="bg1"/>
                    </a:gs>
                  </a:gsLst>
                  <a:lin ang="5400000" scaled="0"/>
                </a:gradFill>
              </a:rPr>
            </a:br>
            <a:r>
              <a:rPr lang="en-US" sz="6000" dirty="0">
                <a:gradFill>
                  <a:gsLst>
                    <a:gs pos="730">
                      <a:schemeClr val="bg1"/>
                    </a:gs>
                    <a:gs pos="15328">
                      <a:schemeClr val="bg1"/>
                    </a:gs>
                  </a:gsLst>
                  <a:lin ang="5400000" scaled="0"/>
                </a:gradFill>
              </a:rPr>
              <a:t>this session</a:t>
            </a:r>
            <a:endParaRPr lang="en-US" sz="3800" dirty="0">
              <a:gradFill>
                <a:gsLst>
                  <a:gs pos="99115">
                    <a:schemeClr val="bg1"/>
                  </a:gs>
                  <a:gs pos="59000">
                    <a:schemeClr val="bg1"/>
                  </a:gs>
                </a:gsLst>
                <a:lin ang="5400000" scaled="0"/>
              </a:gradFill>
              <a:latin typeface="+mn-lt"/>
              <a:cs typeface="+mn-cs"/>
            </a:endParaRPr>
          </a:p>
        </p:txBody>
      </p:sp>
      <p:cxnSp>
        <p:nvCxnSpPr>
          <p:cNvPr id="12" name="Straight Connector 11">
            <a:extLst>
              <a:ext uri="{FF2B5EF4-FFF2-40B4-BE49-F238E27FC236}">
                <a16:creationId xmlns:a16="http://schemas.microsoft.com/office/drawing/2014/main" id="{5CA2B6D0-1B0B-498E-90D0-2ECABE78343B}"/>
              </a:ext>
            </a:extLst>
          </p:cNvPr>
          <p:cNvCxnSpPr>
            <a:cxnSpLocks/>
          </p:cNvCxnSpPr>
          <p:nvPr/>
        </p:nvCxnSpPr>
        <p:spPr>
          <a:xfrm>
            <a:off x="5313362" y="2194560"/>
            <a:ext cx="0" cy="2398955"/>
          </a:xfrm>
          <a:prstGeom prst="line">
            <a:avLst/>
          </a:prstGeom>
          <a:ln w="22225">
            <a:solidFill>
              <a:schemeClr val="tx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B9175C7-AC9A-4FEF-89A0-6AD4F117D55D}"/>
              </a:ext>
            </a:extLst>
          </p:cNvPr>
          <p:cNvSpPr/>
          <p:nvPr/>
        </p:nvSpPr>
        <p:spPr>
          <a:xfrm>
            <a:off x="4887304" y="1515919"/>
            <a:ext cx="848309" cy="634020"/>
          </a:xfrm>
          <a:prstGeom prst="rect">
            <a:avLst/>
          </a:prstGeom>
        </p:spPr>
        <p:txBody>
          <a:bodyPr wrap="none">
            <a:spAutoFit/>
          </a:bodyPr>
          <a:lstStyle/>
          <a:p>
            <a:pPr marL="0" marR="0" lvl="0" indent="0" algn="ctr" defTabSz="932742" rtl="0" eaLnBrk="1" fontAlgn="auto" latinLnBrk="0" hangingPunct="1">
              <a:lnSpc>
                <a:spcPct val="80000"/>
              </a:lnSpc>
              <a:spcBef>
                <a:spcPts val="0"/>
              </a:spcBef>
              <a:spcAft>
                <a:spcPts val="0"/>
              </a:spcAft>
              <a:buClrTx/>
              <a:buSzTx/>
              <a:buFontTx/>
              <a:buNone/>
              <a:tabLst/>
              <a:defRPr/>
            </a:pPr>
            <a: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t>From</a:t>
            </a:r>
            <a:b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br>
            <a:r>
              <a:rPr kumimoji="0" lang="en-US" sz="2200" b="0" i="0" u="none" strike="noStrike" kern="1200" cap="none" spc="0" normalizeH="0" baseline="0" noProof="0" dirty="0">
                <a:ln>
                  <a:noFill/>
                </a:ln>
                <a:gradFill>
                  <a:gsLst>
                    <a:gs pos="99115">
                      <a:srgbClr val="D83B01"/>
                    </a:gs>
                    <a:gs pos="59000">
                      <a:srgbClr val="D83B01"/>
                    </a:gs>
                  </a:gsLst>
                  <a:lin ang="5400000" scaled="0"/>
                </a:gradFill>
                <a:effectLst/>
                <a:uLnTx/>
                <a:uFillTx/>
                <a:latin typeface="Yu Gothic UI Semibold" panose="020B0700000000000000" pitchFamily="34" charset="-128"/>
                <a:ea typeface="Yu Gothic UI Semibold" panose="020B0700000000000000" pitchFamily="34" charset="-128"/>
                <a:cs typeface="+mn-cs"/>
              </a:rPr>
              <a:t>your</a:t>
            </a:r>
            <a:endParaRPr kumimoji="0" lang="en-US" sz="2200" b="0" i="0" u="none" strike="noStrike" kern="1200" cap="none" spc="0" normalizeH="0" baseline="0" noProof="0" dirty="0">
              <a:ln>
                <a:noFill/>
              </a:ln>
              <a:solidFill>
                <a:srgbClr val="353535"/>
              </a:solidFill>
              <a:effectLst/>
              <a:uLnTx/>
              <a:uFillTx/>
              <a:latin typeface="Yu Gothic UI Semibold" panose="020B0700000000000000" pitchFamily="34" charset="-128"/>
              <a:ea typeface="Yu Gothic UI Semibold" panose="020B0700000000000000" pitchFamily="34" charset="-128"/>
              <a:cs typeface="+mn-cs"/>
            </a:endParaRPr>
          </a:p>
        </p:txBody>
      </p:sp>
      <p:sp>
        <p:nvSpPr>
          <p:cNvPr id="6" name="Rectangle 5">
            <a:extLst>
              <a:ext uri="{FF2B5EF4-FFF2-40B4-BE49-F238E27FC236}">
                <a16:creationId xmlns:a16="http://schemas.microsoft.com/office/drawing/2014/main" id="{E7885C01-B146-43BF-9012-6CA206FE755E}"/>
              </a:ext>
            </a:extLst>
          </p:cNvPr>
          <p:cNvSpPr/>
          <p:nvPr/>
        </p:nvSpPr>
        <p:spPr>
          <a:xfrm>
            <a:off x="5760073" y="2787823"/>
            <a:ext cx="6433639" cy="1015663"/>
          </a:xfrm>
          <a:prstGeom prst="rect">
            <a:avLst/>
          </a:prstGeom>
        </p:spPr>
        <p:txBody>
          <a:bodyPr wrap="square" lIns="182880">
            <a:spAutoFit/>
          </a:bodyPr>
          <a:lstStyle/>
          <a:p>
            <a:pPr marL="0" marR="0" lvl="0" indent="0" algn="l" defTabSz="932742" rtl="0" eaLnBrk="1" fontAlgn="auto" latinLnBrk="0" hangingPunct="1">
              <a:lnSpc>
                <a:spcPct val="100000"/>
              </a:lnSpc>
              <a:spcBef>
                <a:spcPts val="0"/>
              </a:spcBef>
              <a:spcAft>
                <a:spcPts val="0"/>
              </a:spcAft>
              <a:buClr>
                <a:srgbClr val="353535"/>
              </a:buClr>
              <a:buSzTx/>
              <a:buFontTx/>
              <a:buNone/>
              <a:tabLst/>
              <a:defRPr/>
            </a:pPr>
            <a: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t>PC or tablet:</a:t>
            </a:r>
            <a:b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br>
            <a:r>
              <a:rPr kumimoji="0" lang="en-US" sz="30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rPr>
              <a:t>TBD</a:t>
            </a:r>
            <a:endParaRPr kumimoji="0" lang="en-US" sz="2600" b="0" i="0" u="none" strike="noStrike" kern="1200" cap="none" spc="0" normalizeH="0" baseline="0" noProof="0" dirty="0">
              <a:ln>
                <a:noFill/>
              </a:ln>
              <a:gradFill>
                <a:gsLst>
                  <a:gs pos="99115">
                    <a:srgbClr val="353535"/>
                  </a:gs>
                  <a:gs pos="59000">
                    <a:srgbClr val="353535"/>
                  </a:gs>
                </a:gsLst>
                <a:lin ang="5400000" scaled="0"/>
              </a:gradFill>
              <a:effectLst/>
              <a:uLnTx/>
              <a:uFillTx/>
              <a:latin typeface="Segoe UI Semilight"/>
              <a:ea typeface="+mn-ea"/>
              <a:cs typeface="+mn-cs"/>
            </a:endParaRPr>
          </a:p>
        </p:txBody>
      </p:sp>
      <p:grpSp>
        <p:nvGrpSpPr>
          <p:cNvPr id="27" name="Group 26">
            <a:extLst>
              <a:ext uri="{FF2B5EF4-FFF2-40B4-BE49-F238E27FC236}">
                <a16:creationId xmlns:a16="http://schemas.microsoft.com/office/drawing/2014/main" id="{0A04A1B0-654D-4751-9FBA-CAC97491AE69}"/>
              </a:ext>
            </a:extLst>
          </p:cNvPr>
          <p:cNvGrpSpPr/>
          <p:nvPr/>
        </p:nvGrpSpPr>
        <p:grpSpPr>
          <a:xfrm>
            <a:off x="4941392" y="2723277"/>
            <a:ext cx="743940" cy="743940"/>
            <a:chOff x="5068714" y="2346760"/>
            <a:chExt cx="743940" cy="743940"/>
          </a:xfrm>
        </p:grpSpPr>
        <p:sp>
          <p:nvSpPr>
            <p:cNvPr id="14" name="Oval 13">
              <a:extLst>
                <a:ext uri="{FF2B5EF4-FFF2-40B4-BE49-F238E27FC236}">
                  <a16:creationId xmlns:a16="http://schemas.microsoft.com/office/drawing/2014/main" id="{20FECF53-763C-4271-B8F8-A4A716465651}"/>
                </a:ext>
              </a:extLst>
            </p:cNvPr>
            <p:cNvSpPr/>
            <p:nvPr/>
          </p:nvSpPr>
          <p:spPr bwMode="auto">
            <a:xfrm>
              <a:off x="5068714" y="2346760"/>
              <a:ext cx="743940" cy="743940"/>
            </a:xfrm>
            <a:prstGeom prst="ellipse">
              <a:avLst/>
            </a:prstGeom>
            <a:solidFill>
              <a:schemeClr val="bg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grpSp>
          <p:nvGrpSpPr>
            <p:cNvPr id="18" name="Group 17">
              <a:extLst>
                <a:ext uri="{FF2B5EF4-FFF2-40B4-BE49-F238E27FC236}">
                  <a16:creationId xmlns:a16="http://schemas.microsoft.com/office/drawing/2014/main" id="{ABCE3E8E-E197-418C-979E-8FE840FCCE46}"/>
                </a:ext>
              </a:extLst>
            </p:cNvPr>
            <p:cNvGrpSpPr/>
            <p:nvPr/>
          </p:nvGrpSpPr>
          <p:grpSpPr>
            <a:xfrm>
              <a:off x="5245660" y="2601662"/>
              <a:ext cx="400129" cy="282590"/>
              <a:chOff x="5395125" y="2601662"/>
              <a:chExt cx="400129" cy="282590"/>
            </a:xfrm>
          </p:grpSpPr>
          <p:sp>
            <p:nvSpPr>
              <p:cNvPr id="8" name="monitor">
                <a:extLst>
                  <a:ext uri="{FF2B5EF4-FFF2-40B4-BE49-F238E27FC236}">
                    <a16:creationId xmlns:a16="http://schemas.microsoft.com/office/drawing/2014/main" id="{46EF422B-0A0E-4BC9-B7F7-14EB673BF803}"/>
                  </a:ext>
                </a:extLst>
              </p:cNvPr>
              <p:cNvSpPr>
                <a:spLocks noChangeAspect="1" noEditPoints="1"/>
              </p:cNvSpPr>
              <p:nvPr/>
            </p:nvSpPr>
            <p:spPr bwMode="auto">
              <a:xfrm>
                <a:off x="5395125" y="2601662"/>
                <a:ext cx="315012" cy="241423"/>
              </a:xfrm>
              <a:custGeom>
                <a:avLst/>
                <a:gdLst>
                  <a:gd name="T0" fmla="*/ 244 w 244"/>
                  <a:gd name="T1" fmla="*/ 68 h 187"/>
                  <a:gd name="T2" fmla="*/ 244 w 244"/>
                  <a:gd name="T3" fmla="*/ 151 h 187"/>
                  <a:gd name="T4" fmla="*/ 0 w 244"/>
                  <a:gd name="T5" fmla="*/ 151 h 187"/>
                  <a:gd name="T6" fmla="*/ 0 w 244"/>
                  <a:gd name="T7" fmla="*/ 0 h 187"/>
                  <a:gd name="T8" fmla="*/ 244 w 244"/>
                  <a:gd name="T9" fmla="*/ 0 h 187"/>
                  <a:gd name="T10" fmla="*/ 244 w 244"/>
                  <a:gd name="T11" fmla="*/ 68 h 187"/>
                  <a:gd name="T12" fmla="*/ 122 w 244"/>
                  <a:gd name="T13" fmla="*/ 151 h 187"/>
                  <a:gd name="T14" fmla="*/ 122 w 244"/>
                  <a:gd name="T15" fmla="*/ 187 h 187"/>
                  <a:gd name="T16" fmla="*/ 73 w 244"/>
                  <a:gd name="T17" fmla="*/ 187 h 187"/>
                  <a:gd name="T18" fmla="*/ 171 w 244"/>
                  <a:gd name="T19" fmla="*/ 187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4" h="187">
                    <a:moveTo>
                      <a:pt x="244" y="68"/>
                    </a:moveTo>
                    <a:lnTo>
                      <a:pt x="244" y="151"/>
                    </a:lnTo>
                    <a:lnTo>
                      <a:pt x="0" y="151"/>
                    </a:lnTo>
                    <a:lnTo>
                      <a:pt x="0" y="0"/>
                    </a:lnTo>
                    <a:lnTo>
                      <a:pt x="244" y="0"/>
                    </a:lnTo>
                    <a:lnTo>
                      <a:pt x="244" y="68"/>
                    </a:lnTo>
                    <a:moveTo>
                      <a:pt x="122" y="151"/>
                    </a:moveTo>
                    <a:lnTo>
                      <a:pt x="122" y="187"/>
                    </a:lnTo>
                    <a:moveTo>
                      <a:pt x="73" y="187"/>
                    </a:moveTo>
                    <a:lnTo>
                      <a:pt x="171" y="187"/>
                    </a:lnTo>
                  </a:path>
                </a:pathLst>
              </a:custGeom>
              <a:noFill/>
              <a:ln w="190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gradFill>
                    <a:gsLst>
                      <a:gs pos="0">
                        <a:srgbClr val="505050"/>
                      </a:gs>
                      <a:gs pos="100000">
                        <a:srgbClr val="505050"/>
                      </a:gs>
                    </a:gsLst>
                  </a:gradFill>
                  <a:effectLst/>
                  <a:uLnTx/>
                  <a:uFillTx/>
                  <a:latin typeface="Segoe UI Semilight"/>
                  <a:ea typeface="+mn-ea"/>
                  <a:cs typeface="+mn-cs"/>
                </a:endParaRPr>
              </a:p>
            </p:txBody>
          </p:sp>
          <p:sp>
            <p:nvSpPr>
              <p:cNvPr id="9" name="Tablet_E70A">
                <a:extLst>
                  <a:ext uri="{FF2B5EF4-FFF2-40B4-BE49-F238E27FC236}">
                    <a16:creationId xmlns:a16="http://schemas.microsoft.com/office/drawing/2014/main" id="{E48E46B1-20A4-4C88-803F-9B0A95D29A31}"/>
                  </a:ext>
                </a:extLst>
              </p:cNvPr>
              <p:cNvSpPr>
                <a:spLocks noChangeAspect="1" noEditPoints="1"/>
              </p:cNvSpPr>
              <p:nvPr/>
            </p:nvSpPr>
            <p:spPr bwMode="auto">
              <a:xfrm>
                <a:off x="5556527" y="2709004"/>
                <a:ext cx="238727" cy="175248"/>
              </a:xfrm>
              <a:custGeom>
                <a:avLst/>
                <a:gdLst>
                  <a:gd name="T0" fmla="*/ 3748 w 3748"/>
                  <a:gd name="T1" fmla="*/ 2562 h 2749"/>
                  <a:gd name="T2" fmla="*/ 3561 w 3748"/>
                  <a:gd name="T3" fmla="*/ 2749 h 2749"/>
                  <a:gd name="T4" fmla="*/ 187 w 3748"/>
                  <a:gd name="T5" fmla="*/ 2749 h 2749"/>
                  <a:gd name="T6" fmla="*/ 0 w 3748"/>
                  <a:gd name="T7" fmla="*/ 2562 h 2749"/>
                  <a:gd name="T8" fmla="*/ 0 w 3748"/>
                  <a:gd name="T9" fmla="*/ 187 h 2749"/>
                  <a:gd name="T10" fmla="*/ 187 w 3748"/>
                  <a:gd name="T11" fmla="*/ 0 h 2749"/>
                  <a:gd name="T12" fmla="*/ 3561 w 3748"/>
                  <a:gd name="T13" fmla="*/ 0 h 2749"/>
                  <a:gd name="T14" fmla="*/ 3748 w 3748"/>
                  <a:gd name="T15" fmla="*/ 187 h 2749"/>
                  <a:gd name="T16" fmla="*/ 3748 w 3748"/>
                  <a:gd name="T17" fmla="*/ 2562 h 2749"/>
                  <a:gd name="T18" fmla="*/ 2124 w 3748"/>
                  <a:gd name="T19" fmla="*/ 2249 h 2749"/>
                  <a:gd name="T20" fmla="*/ 1624 w 3748"/>
                  <a:gd name="T21" fmla="*/ 2249 h 27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48" h="2749">
                    <a:moveTo>
                      <a:pt x="3748" y="2562"/>
                    </a:moveTo>
                    <a:cubicBezTo>
                      <a:pt x="3748" y="2665"/>
                      <a:pt x="3665" y="2749"/>
                      <a:pt x="3561" y="2749"/>
                    </a:cubicBezTo>
                    <a:cubicBezTo>
                      <a:pt x="187" y="2749"/>
                      <a:pt x="187" y="2749"/>
                      <a:pt x="187" y="2749"/>
                    </a:cubicBezTo>
                    <a:cubicBezTo>
                      <a:pt x="83" y="2749"/>
                      <a:pt x="0" y="2665"/>
                      <a:pt x="0" y="2562"/>
                    </a:cubicBezTo>
                    <a:cubicBezTo>
                      <a:pt x="0" y="187"/>
                      <a:pt x="0" y="187"/>
                      <a:pt x="0" y="187"/>
                    </a:cubicBezTo>
                    <a:cubicBezTo>
                      <a:pt x="0" y="84"/>
                      <a:pt x="83" y="0"/>
                      <a:pt x="187" y="0"/>
                    </a:cubicBezTo>
                    <a:cubicBezTo>
                      <a:pt x="3561" y="0"/>
                      <a:pt x="3561" y="0"/>
                      <a:pt x="3561" y="0"/>
                    </a:cubicBezTo>
                    <a:cubicBezTo>
                      <a:pt x="3665" y="0"/>
                      <a:pt x="3748" y="84"/>
                      <a:pt x="3748" y="187"/>
                    </a:cubicBezTo>
                    <a:lnTo>
                      <a:pt x="3748" y="2562"/>
                    </a:lnTo>
                    <a:close/>
                    <a:moveTo>
                      <a:pt x="2124" y="2249"/>
                    </a:moveTo>
                    <a:cubicBezTo>
                      <a:pt x="1624" y="2249"/>
                      <a:pt x="1624" y="2249"/>
                      <a:pt x="1624" y="2249"/>
                    </a:cubicBezTo>
                  </a:path>
                </a:pathLst>
              </a:custGeom>
              <a:solidFill>
                <a:schemeClr val="bg2"/>
              </a:solidFill>
              <a:ln w="19050" cap="sq">
                <a:solidFill>
                  <a:schemeClr val="tx2"/>
                </a:solidFill>
                <a:prstDash val="solid"/>
                <a:miter lim="800000"/>
                <a:headEnd/>
                <a:tailEnd/>
              </a:ln>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grpSp>
      <p:grpSp>
        <p:nvGrpSpPr>
          <p:cNvPr id="26" name="Group 25">
            <a:extLst>
              <a:ext uri="{FF2B5EF4-FFF2-40B4-BE49-F238E27FC236}">
                <a16:creationId xmlns:a16="http://schemas.microsoft.com/office/drawing/2014/main" id="{0D475C12-F58C-47F7-A112-19817A71A592}"/>
              </a:ext>
            </a:extLst>
          </p:cNvPr>
          <p:cNvGrpSpPr/>
          <p:nvPr/>
        </p:nvGrpSpPr>
        <p:grpSpPr>
          <a:xfrm>
            <a:off x="4941392" y="4032455"/>
            <a:ext cx="743940" cy="743940"/>
            <a:chOff x="5068714" y="3881848"/>
            <a:chExt cx="743940" cy="743940"/>
          </a:xfrm>
        </p:grpSpPr>
        <p:sp>
          <p:nvSpPr>
            <p:cNvPr id="13" name="Oval 12">
              <a:extLst>
                <a:ext uri="{FF2B5EF4-FFF2-40B4-BE49-F238E27FC236}">
                  <a16:creationId xmlns:a16="http://schemas.microsoft.com/office/drawing/2014/main" id="{E850657F-341F-46CD-B568-9F12BFBAB36C}"/>
                </a:ext>
              </a:extLst>
            </p:cNvPr>
            <p:cNvSpPr/>
            <p:nvPr/>
          </p:nvSpPr>
          <p:spPr bwMode="auto">
            <a:xfrm>
              <a:off x="5068714" y="3881848"/>
              <a:ext cx="743940" cy="743940"/>
            </a:xfrm>
            <a:prstGeom prst="ellipse">
              <a:avLst/>
            </a:prstGeom>
            <a:solidFill>
              <a:schemeClr val="bg2"/>
            </a:solid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err="1">
                <a:ln>
                  <a:noFill/>
                </a:ln>
                <a:gradFill>
                  <a:gsLst>
                    <a:gs pos="0">
                      <a:srgbClr val="FFFFFF"/>
                    </a:gs>
                    <a:gs pos="100000">
                      <a:srgbClr val="FFFFFF"/>
                    </a:gs>
                  </a:gsLst>
                  <a:lin ang="5400000" scaled="0"/>
                </a:gradFill>
                <a:effectLst/>
                <a:uLnTx/>
                <a:uFillTx/>
                <a:latin typeface="Segoe UI Semilight"/>
                <a:ea typeface="Segoe UI" pitchFamily="34" charset="0"/>
                <a:cs typeface="Segoe UI" pitchFamily="34" charset="0"/>
              </a:endParaRPr>
            </a:p>
          </p:txBody>
        </p:sp>
        <p:sp>
          <p:nvSpPr>
            <p:cNvPr id="19" name="CellPhone_E8EA">
              <a:extLst>
                <a:ext uri="{FF2B5EF4-FFF2-40B4-BE49-F238E27FC236}">
                  <a16:creationId xmlns:a16="http://schemas.microsoft.com/office/drawing/2014/main" id="{F052BA03-A0B1-4396-9842-B0076DAA3ADA}"/>
                </a:ext>
              </a:extLst>
            </p:cNvPr>
            <p:cNvSpPr>
              <a:spLocks noChangeAspect="1" noEditPoints="1"/>
            </p:cNvSpPr>
            <p:nvPr/>
          </p:nvSpPr>
          <p:spPr bwMode="auto">
            <a:xfrm>
              <a:off x="5347257" y="4098132"/>
              <a:ext cx="186854" cy="311373"/>
            </a:xfrm>
            <a:custGeom>
              <a:avLst/>
              <a:gdLst>
                <a:gd name="T0" fmla="*/ 2125 w 2250"/>
                <a:gd name="T1" fmla="*/ 3750 h 3750"/>
                <a:gd name="T2" fmla="*/ 125 w 2250"/>
                <a:gd name="T3" fmla="*/ 3750 h 3750"/>
                <a:gd name="T4" fmla="*/ 0 w 2250"/>
                <a:gd name="T5" fmla="*/ 3625 h 3750"/>
                <a:gd name="T6" fmla="*/ 0 w 2250"/>
                <a:gd name="T7" fmla="*/ 125 h 3750"/>
                <a:gd name="T8" fmla="*/ 125 w 2250"/>
                <a:gd name="T9" fmla="*/ 0 h 3750"/>
                <a:gd name="T10" fmla="*/ 2125 w 2250"/>
                <a:gd name="T11" fmla="*/ 0 h 3750"/>
                <a:gd name="T12" fmla="*/ 2250 w 2250"/>
                <a:gd name="T13" fmla="*/ 125 h 3750"/>
                <a:gd name="T14" fmla="*/ 2250 w 2250"/>
                <a:gd name="T15" fmla="*/ 3625 h 3750"/>
                <a:gd name="T16" fmla="*/ 2125 w 2250"/>
                <a:gd name="T17" fmla="*/ 3750 h 3750"/>
                <a:gd name="T18" fmla="*/ 875 w 2250"/>
                <a:gd name="T19" fmla="*/ 3250 h 3750"/>
                <a:gd name="T20" fmla="*/ 1375 w 2250"/>
                <a:gd name="T21" fmla="*/ 3250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50" h="3750">
                  <a:moveTo>
                    <a:pt x="2125" y="3750"/>
                  </a:moveTo>
                  <a:cubicBezTo>
                    <a:pt x="125" y="3750"/>
                    <a:pt x="125" y="3750"/>
                    <a:pt x="125" y="3750"/>
                  </a:cubicBezTo>
                  <a:cubicBezTo>
                    <a:pt x="56" y="3750"/>
                    <a:pt x="0" y="3694"/>
                    <a:pt x="0" y="3625"/>
                  </a:cubicBezTo>
                  <a:cubicBezTo>
                    <a:pt x="0" y="125"/>
                    <a:pt x="0" y="125"/>
                    <a:pt x="0" y="125"/>
                  </a:cubicBezTo>
                  <a:cubicBezTo>
                    <a:pt x="0" y="56"/>
                    <a:pt x="56" y="0"/>
                    <a:pt x="125" y="0"/>
                  </a:cubicBezTo>
                  <a:cubicBezTo>
                    <a:pt x="2125" y="0"/>
                    <a:pt x="2125" y="0"/>
                    <a:pt x="2125" y="0"/>
                  </a:cubicBezTo>
                  <a:cubicBezTo>
                    <a:pt x="2194" y="0"/>
                    <a:pt x="2250" y="56"/>
                    <a:pt x="2250" y="125"/>
                  </a:cubicBezTo>
                  <a:cubicBezTo>
                    <a:pt x="2250" y="3625"/>
                    <a:pt x="2250" y="3625"/>
                    <a:pt x="2250" y="3625"/>
                  </a:cubicBezTo>
                  <a:cubicBezTo>
                    <a:pt x="2250" y="3694"/>
                    <a:pt x="2194" y="3750"/>
                    <a:pt x="2125" y="3750"/>
                  </a:cubicBezTo>
                  <a:close/>
                  <a:moveTo>
                    <a:pt x="875" y="3250"/>
                  </a:moveTo>
                  <a:cubicBezTo>
                    <a:pt x="1375" y="3250"/>
                    <a:pt x="1375" y="3250"/>
                    <a:pt x="1375" y="3250"/>
                  </a:cubicBezTo>
                </a:path>
              </a:pathLst>
            </a:custGeom>
            <a:noFill/>
            <a:ln w="19050" cap="sq">
              <a:solidFill>
                <a:schemeClr val="tx2"/>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32742"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gradFill>
                  <a:gsLst>
                    <a:gs pos="0">
                      <a:srgbClr val="505050"/>
                    </a:gs>
                    <a:gs pos="100000">
                      <a:srgbClr val="505050"/>
                    </a:gs>
                  </a:gsLst>
                </a:gradFill>
                <a:effectLst/>
                <a:uLnTx/>
                <a:uFillTx/>
                <a:latin typeface="Segoe UI Semilight"/>
                <a:ea typeface="+mn-ea"/>
                <a:cs typeface="+mn-cs"/>
              </a:endParaRPr>
            </a:p>
          </p:txBody>
        </p:sp>
      </p:grpSp>
      <p:sp>
        <p:nvSpPr>
          <p:cNvPr id="22" name="Rectangle 21">
            <a:extLst>
              <a:ext uri="{FF2B5EF4-FFF2-40B4-BE49-F238E27FC236}">
                <a16:creationId xmlns:a16="http://schemas.microsoft.com/office/drawing/2014/main" id="{7DA17646-8F75-4C68-9CDA-774778D40EA7}"/>
              </a:ext>
            </a:extLst>
          </p:cNvPr>
          <p:cNvSpPr/>
          <p:nvPr/>
        </p:nvSpPr>
        <p:spPr>
          <a:xfrm>
            <a:off x="386990" y="4418183"/>
            <a:ext cx="2723184" cy="1200329"/>
          </a:xfrm>
          <a:prstGeom prst="rect">
            <a:avLst/>
          </a:prstGeom>
        </p:spPr>
        <p:txBody>
          <a:bodyPr wrap="square">
            <a:spAutoFit/>
          </a:bodyPr>
          <a:lstStyle/>
          <a:p>
            <a:pPr marL="0" marR="0" lvl="0" indent="0" algn="l" defTabSz="932742"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a:ln>
                  <a:noFill/>
                </a:ln>
                <a:gradFill>
                  <a:gsLst>
                    <a:gs pos="99115">
                      <a:srgbClr val="FFFFFF"/>
                    </a:gs>
                    <a:gs pos="59000">
                      <a:srgbClr val="FFFFFF"/>
                    </a:gs>
                  </a:gsLst>
                  <a:lin ang="5400000" scaled="0"/>
                </a:gradFill>
                <a:effectLst/>
                <a:uLnTx/>
                <a:uFillTx/>
                <a:latin typeface="Segoe UI Semilight"/>
                <a:ea typeface="+mn-ea"/>
                <a:cs typeface="+mn-cs"/>
              </a:rPr>
              <a:t>Your input is important!</a:t>
            </a:r>
            <a:endParaRPr kumimoji="0" lang="en-US" sz="3600" b="0" i="0" u="none" strike="noStrike" kern="1200" cap="none" spc="0" normalizeH="0" baseline="0" noProof="0" dirty="0">
              <a:ln>
                <a:noFill/>
              </a:ln>
              <a:solidFill>
                <a:srgbClr val="353535"/>
              </a:solidFill>
              <a:effectLst/>
              <a:uLnTx/>
              <a:uFillTx/>
              <a:latin typeface="Segoe UI Semilight"/>
              <a:ea typeface="+mn-ea"/>
              <a:cs typeface="+mn-cs"/>
            </a:endParaRPr>
          </a:p>
        </p:txBody>
      </p:sp>
      <p:cxnSp>
        <p:nvCxnSpPr>
          <p:cNvPr id="24" name="Straight Connector 23">
            <a:extLst>
              <a:ext uri="{FF2B5EF4-FFF2-40B4-BE49-F238E27FC236}">
                <a16:creationId xmlns:a16="http://schemas.microsoft.com/office/drawing/2014/main" id="{F03C15D5-5757-4828-9C06-1FFB713B3281}"/>
              </a:ext>
            </a:extLst>
          </p:cNvPr>
          <p:cNvCxnSpPr/>
          <p:nvPr/>
        </p:nvCxnSpPr>
        <p:spPr>
          <a:xfrm>
            <a:off x="478715" y="4168841"/>
            <a:ext cx="3475038" cy="0"/>
          </a:xfrm>
          <a:prstGeom prst="line">
            <a:avLst/>
          </a:prstGeom>
          <a:ln w="12700">
            <a:solidFill>
              <a:schemeClr val="bg1">
                <a:alpha val="68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 name="instructions" hidden="1"/>
          <p:cNvSpPr>
            <a:spLocks noChangeArrowheads="1"/>
          </p:cNvSpPr>
          <p:nvPr/>
        </p:nvSpPr>
        <p:spPr bwMode="auto">
          <a:xfrm rot="850369">
            <a:off x="1736858" y="2495425"/>
            <a:ext cx="9326033" cy="654747"/>
          </a:xfrm>
          <a:prstGeom prst="rect">
            <a:avLst/>
          </a:prstGeom>
          <a:solidFill>
            <a:srgbClr val="FFFFFF"/>
          </a:solidFill>
          <a:ln w="9525">
            <a:solidFill>
              <a:schemeClr val="tx1"/>
            </a:solidFill>
            <a:miter lim="800000"/>
            <a:headEnd/>
            <a:tailEnd/>
          </a:ln>
        </p:spPr>
        <p:txBody>
          <a:bodyPr lIns="77714" tIns="38856" rIns="77714" bIns="38856">
            <a:spAutoFit/>
          </a:bodyPr>
          <a:lstStyle/>
          <a:p>
            <a:pPr marL="0" marR="0" lvl="0" indent="0" algn="ctr" defTabSz="932597"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FF0000"/>
                </a:solidFill>
                <a:effectLst/>
                <a:uLnTx/>
                <a:uFillTx/>
                <a:latin typeface="Segoe UI Semilight"/>
                <a:ea typeface="+mn-ea"/>
                <a:cs typeface="+mn-cs"/>
              </a:rPr>
              <a:t>Please expand notes window at bottom of slide and read. </a:t>
            </a:r>
            <a:br>
              <a:rPr kumimoji="0" lang="en-US" sz="1800" b="1" i="0" u="none" strike="noStrike" kern="0" cap="none" spc="0" normalizeH="0" baseline="0" noProof="0" dirty="0">
                <a:ln>
                  <a:noFill/>
                </a:ln>
                <a:solidFill>
                  <a:srgbClr val="FF0000"/>
                </a:solidFill>
                <a:effectLst/>
                <a:uLnTx/>
                <a:uFillTx/>
                <a:latin typeface="Segoe UI Semilight"/>
                <a:ea typeface="+mn-ea"/>
                <a:cs typeface="+mn-cs"/>
              </a:rPr>
            </a:br>
            <a:r>
              <a:rPr kumimoji="0" lang="en-US" sz="1800" b="1" i="0" u="none" strike="noStrike" kern="0" cap="none" spc="0" normalizeH="0" baseline="0" noProof="0" dirty="0">
                <a:ln>
                  <a:noFill/>
                </a:ln>
                <a:solidFill>
                  <a:srgbClr val="FF0000"/>
                </a:solidFill>
                <a:effectLst/>
                <a:uLnTx/>
                <a:uFillTx/>
                <a:latin typeface="Segoe UI Semilight"/>
                <a:ea typeface="+mn-ea"/>
                <a:cs typeface="+mn-cs"/>
              </a:rPr>
              <a:t>Then Delete this text box.</a:t>
            </a:r>
          </a:p>
        </p:txBody>
      </p:sp>
    </p:spTree>
    <p:extLst>
      <p:ext uri="{BB962C8B-B14F-4D97-AF65-F5344CB8AC3E}">
        <p14:creationId xmlns:p14="http://schemas.microsoft.com/office/powerpoint/2010/main" val="115099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10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400" fill="hold"/>
                                        <p:tgtEl>
                                          <p:spTgt spid="5"/>
                                        </p:tgtEl>
                                        <p:attrNameLst>
                                          <p:attrName>ppt_x</p:attrName>
                                        </p:attrNameLst>
                                      </p:cBhvr>
                                      <p:tavLst>
                                        <p:tav tm="0">
                                          <p:val>
                                            <p:strVal val="0-#ppt_w/2"/>
                                          </p:val>
                                        </p:tav>
                                        <p:tav tm="100000">
                                          <p:val>
                                            <p:strVal val="#ppt_x"/>
                                          </p:val>
                                        </p:tav>
                                      </p:tavLst>
                                    </p:anim>
                                    <p:anim calcmode="lin" valueType="num">
                                      <p:cBhvr additive="base">
                                        <p:cTn id="8" dur="400" fill="hold"/>
                                        <p:tgtEl>
                                          <p:spTgt spid="5"/>
                                        </p:tgtEl>
                                        <p:attrNameLst>
                                          <p:attrName>ppt_y</p:attrName>
                                        </p:attrNameLst>
                                      </p:cBhvr>
                                      <p:tavLst>
                                        <p:tav tm="0">
                                          <p:val>
                                            <p:strVal val="#ppt_y"/>
                                          </p:val>
                                        </p:tav>
                                        <p:tav tm="100000">
                                          <p:val>
                                            <p:strVal val="#ppt_y"/>
                                          </p:val>
                                        </p:tav>
                                      </p:tavLst>
                                    </p:anim>
                                  </p:childTnLst>
                                </p:cTn>
                              </p:par>
                              <p:par>
                                <p:cTn id="9" presetID="22" presetClass="entr" presetSubtype="8" fill="hold" nodeType="withEffect">
                                  <p:stCondLst>
                                    <p:cond delay="350"/>
                                  </p:stCondLst>
                                  <p:childTnLst>
                                    <p:set>
                                      <p:cBhvr>
                                        <p:cTn id="10" dur="1" fill="hold">
                                          <p:stCondLst>
                                            <p:cond delay="0"/>
                                          </p:stCondLst>
                                        </p:cTn>
                                        <p:tgtEl>
                                          <p:spTgt spid="24"/>
                                        </p:tgtEl>
                                        <p:attrNameLst>
                                          <p:attrName>style.visibility</p:attrName>
                                        </p:attrNameLst>
                                      </p:cBhvr>
                                      <p:to>
                                        <p:strVal val="visible"/>
                                      </p:to>
                                    </p:set>
                                    <p:animEffect transition="in" filter="wipe(left)">
                                      <p:cBhvr>
                                        <p:cTn id="11" dur="500"/>
                                        <p:tgtEl>
                                          <p:spTgt spid="24"/>
                                        </p:tgtEl>
                                      </p:cBhvr>
                                    </p:animEffect>
                                  </p:childTnLst>
                                </p:cTn>
                              </p:par>
                              <p:par>
                                <p:cTn id="12" presetID="10" presetClass="entr" presetSubtype="0" fill="hold" grpId="0" nodeType="withEffect">
                                  <p:stCondLst>
                                    <p:cond delay="35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childTnLst>
                                </p:cTn>
                              </p:par>
                              <p:par>
                                <p:cTn id="15" presetID="42" presetClass="path" presetSubtype="0" decel="100000" fill="hold" grpId="1" nodeType="withEffect">
                                  <p:stCondLst>
                                    <p:cond delay="350"/>
                                  </p:stCondLst>
                                  <p:childTnLst>
                                    <p:animMotion origin="layout" path="M 2.62956E-6 1.45256E-7 L 2.62956E-6 0.05039 " pathEditMode="relative" rAng="0" ptsTypes="AA">
                                      <p:cBhvr>
                                        <p:cTn id="16" dur="500" spd="-100000" fill="hold"/>
                                        <p:tgtEl>
                                          <p:spTgt spid="2"/>
                                        </p:tgtEl>
                                        <p:attrNameLst>
                                          <p:attrName>ppt_x</p:attrName>
                                          <p:attrName>ppt_y</p:attrName>
                                        </p:attrNameLst>
                                      </p:cBhvr>
                                      <p:rCtr x="0" y="2519"/>
                                    </p:animMotion>
                                  </p:childTnLst>
                                </p:cTn>
                              </p:par>
                              <p:par>
                                <p:cTn id="17" presetID="10" presetClass="entr" presetSubtype="0" fill="hold" grpId="0" nodeType="withEffect">
                                  <p:stCondLst>
                                    <p:cond delay="35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42" presetClass="path" presetSubtype="0" decel="100000" fill="hold" grpId="1" nodeType="withEffect">
                                  <p:stCondLst>
                                    <p:cond delay="350"/>
                                  </p:stCondLst>
                                  <p:childTnLst>
                                    <p:animMotion origin="layout" path="M 3.55629E-6 4.87971E-6 L 3.55629E-6 -0.05448 " pathEditMode="relative" rAng="0" ptsTypes="AA">
                                      <p:cBhvr>
                                        <p:cTn id="21" dur="500" spd="-100000" fill="hold"/>
                                        <p:tgtEl>
                                          <p:spTgt spid="22"/>
                                        </p:tgtEl>
                                        <p:attrNameLst>
                                          <p:attrName>ppt_x</p:attrName>
                                          <p:attrName>ppt_y</p:attrName>
                                        </p:attrNameLst>
                                      </p:cBhvr>
                                      <p:rCtr x="0" y="-2724"/>
                                    </p:animMotion>
                                  </p:childTnLst>
                                </p:cTn>
                              </p:par>
                            </p:childTnLst>
                          </p:cTn>
                        </p:par>
                        <p:par>
                          <p:cTn id="22" fill="hold">
                            <p:stCondLst>
                              <p:cond delay="850"/>
                            </p:stCondLst>
                            <p:childTnLst>
                              <p:par>
                                <p:cTn id="23" presetID="10" presetClass="entr" presetSubtype="0" fill="hold" grpId="0" nodeType="after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22" presetClass="entr" presetSubtype="1"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wipe(up)">
                                      <p:cBhvr>
                                        <p:cTn id="28" dur="500"/>
                                        <p:tgtEl>
                                          <p:spTgt spid="12"/>
                                        </p:tgtEl>
                                      </p:cBhvr>
                                    </p:animEffect>
                                  </p:childTnLst>
                                </p:cTn>
                              </p:par>
                              <p:par>
                                <p:cTn id="29" presetID="53" presetClass="entr" presetSubtype="16" fill="hold" nodeType="withEffect">
                                  <p:stCondLst>
                                    <p:cond delay="0"/>
                                  </p:stCondLst>
                                  <p:childTnLst>
                                    <p:set>
                                      <p:cBhvr>
                                        <p:cTn id="30" dur="1" fill="hold">
                                          <p:stCondLst>
                                            <p:cond delay="0"/>
                                          </p:stCondLst>
                                        </p:cTn>
                                        <p:tgtEl>
                                          <p:spTgt spid="27"/>
                                        </p:tgtEl>
                                        <p:attrNameLst>
                                          <p:attrName>style.visibility</p:attrName>
                                        </p:attrNameLst>
                                      </p:cBhvr>
                                      <p:to>
                                        <p:strVal val="visible"/>
                                      </p:to>
                                    </p:set>
                                    <p:anim calcmode="lin" valueType="num">
                                      <p:cBhvr>
                                        <p:cTn id="31" dur="350" fill="hold"/>
                                        <p:tgtEl>
                                          <p:spTgt spid="27"/>
                                        </p:tgtEl>
                                        <p:attrNameLst>
                                          <p:attrName>ppt_w</p:attrName>
                                        </p:attrNameLst>
                                      </p:cBhvr>
                                      <p:tavLst>
                                        <p:tav tm="0">
                                          <p:val>
                                            <p:fltVal val="0"/>
                                          </p:val>
                                        </p:tav>
                                        <p:tav tm="100000">
                                          <p:val>
                                            <p:strVal val="#ppt_w"/>
                                          </p:val>
                                        </p:tav>
                                      </p:tavLst>
                                    </p:anim>
                                    <p:anim calcmode="lin" valueType="num">
                                      <p:cBhvr>
                                        <p:cTn id="32" dur="350" fill="hold"/>
                                        <p:tgtEl>
                                          <p:spTgt spid="27"/>
                                        </p:tgtEl>
                                        <p:attrNameLst>
                                          <p:attrName>ppt_h</p:attrName>
                                        </p:attrNameLst>
                                      </p:cBhvr>
                                      <p:tavLst>
                                        <p:tav tm="0">
                                          <p:val>
                                            <p:fltVal val="0"/>
                                          </p:val>
                                        </p:tav>
                                        <p:tav tm="100000">
                                          <p:val>
                                            <p:strVal val="#ppt_h"/>
                                          </p:val>
                                        </p:tav>
                                      </p:tavLst>
                                    </p:anim>
                                    <p:animEffect transition="in" filter="fade">
                                      <p:cBhvr>
                                        <p:cTn id="33" dur="350"/>
                                        <p:tgtEl>
                                          <p:spTgt spid="2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par>
                                <p:cTn id="37" presetID="42" presetClass="path" presetSubtype="0" decel="100000" fill="hold" grpId="1" nodeType="withEffect">
                                  <p:stCondLst>
                                    <p:cond delay="0"/>
                                  </p:stCondLst>
                                  <p:childTnLst>
                                    <p:animMotion origin="layout" path="M 4.18943E-6 3.5951E-6 L -0.03677 3.5951E-6 " pathEditMode="relative" rAng="0" ptsTypes="AA">
                                      <p:cBhvr>
                                        <p:cTn id="38" dur="500" spd="-100000" fill="hold"/>
                                        <p:tgtEl>
                                          <p:spTgt spid="6"/>
                                        </p:tgtEl>
                                        <p:attrNameLst>
                                          <p:attrName>ppt_x</p:attrName>
                                          <p:attrName>ppt_y</p:attrName>
                                        </p:attrNameLst>
                                      </p:cBhvr>
                                      <p:rCtr x="-1838" y="0"/>
                                    </p:animMotion>
                                  </p:childTnLst>
                                </p:cTn>
                              </p:par>
                              <p:par>
                                <p:cTn id="39" presetID="53" presetClass="entr" presetSubtype="16" fill="hold" nodeType="withEffect">
                                  <p:stCondLst>
                                    <p:cond delay="300"/>
                                  </p:stCondLst>
                                  <p:childTnLst>
                                    <p:set>
                                      <p:cBhvr>
                                        <p:cTn id="40" dur="1" fill="hold">
                                          <p:stCondLst>
                                            <p:cond delay="0"/>
                                          </p:stCondLst>
                                        </p:cTn>
                                        <p:tgtEl>
                                          <p:spTgt spid="26"/>
                                        </p:tgtEl>
                                        <p:attrNameLst>
                                          <p:attrName>style.visibility</p:attrName>
                                        </p:attrNameLst>
                                      </p:cBhvr>
                                      <p:to>
                                        <p:strVal val="visible"/>
                                      </p:to>
                                    </p:set>
                                    <p:anim calcmode="lin" valueType="num">
                                      <p:cBhvr>
                                        <p:cTn id="41" dur="350" fill="hold"/>
                                        <p:tgtEl>
                                          <p:spTgt spid="26"/>
                                        </p:tgtEl>
                                        <p:attrNameLst>
                                          <p:attrName>ppt_w</p:attrName>
                                        </p:attrNameLst>
                                      </p:cBhvr>
                                      <p:tavLst>
                                        <p:tav tm="0">
                                          <p:val>
                                            <p:fltVal val="0"/>
                                          </p:val>
                                        </p:tav>
                                        <p:tav tm="100000">
                                          <p:val>
                                            <p:strVal val="#ppt_w"/>
                                          </p:val>
                                        </p:tav>
                                      </p:tavLst>
                                    </p:anim>
                                    <p:anim calcmode="lin" valueType="num">
                                      <p:cBhvr>
                                        <p:cTn id="42" dur="350" fill="hold"/>
                                        <p:tgtEl>
                                          <p:spTgt spid="26"/>
                                        </p:tgtEl>
                                        <p:attrNameLst>
                                          <p:attrName>ppt_h</p:attrName>
                                        </p:attrNameLst>
                                      </p:cBhvr>
                                      <p:tavLst>
                                        <p:tav tm="0">
                                          <p:val>
                                            <p:fltVal val="0"/>
                                          </p:val>
                                        </p:tav>
                                        <p:tav tm="100000">
                                          <p:val>
                                            <p:strVal val="#ppt_h"/>
                                          </p:val>
                                        </p:tav>
                                      </p:tavLst>
                                    </p:anim>
                                    <p:animEffect transition="in" filter="fade">
                                      <p:cBhvr>
                                        <p:cTn id="43" dur="350"/>
                                        <p:tgtEl>
                                          <p:spTgt spid="26"/>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42" presetClass="path" presetSubtype="0" decel="100000" fill="hold" grpId="1" nodeType="withEffect">
                                  <p:stCondLst>
                                    <p:cond delay="300"/>
                                  </p:stCondLst>
                                  <p:childTnLst>
                                    <p:animMotion origin="layout" path="M -4.30687E-6 -3.40899E-6 L -0.03676 -3.40899E-6 " pathEditMode="relative" rAng="0" ptsTypes="AA">
                                      <p:cBhvr>
                                        <p:cTn id="48" dur="500" spd="-100000" fill="hold"/>
                                        <p:tgtEl>
                                          <p:spTgt spid="3"/>
                                        </p:tgtEl>
                                        <p:attrNameLst>
                                          <p:attrName>ppt_x</p:attrName>
                                          <p:attrName>ppt_y</p:attrName>
                                        </p:attrNameLst>
                                      </p:cBhvr>
                                      <p:rCtr x="-183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3" grpId="1"/>
      <p:bldP spid="2" grpId="0"/>
      <p:bldP spid="2" grpId="1"/>
      <p:bldP spid="10" grpId="0"/>
      <p:bldP spid="6" grpId="0"/>
      <p:bldP spid="6" grpId="1"/>
      <p:bldP spid="22" grpId="0"/>
      <p:bldP spid="22" grpId="1"/>
    </p:bldLst>
  </p:timing>
</p:sld>
</file>

<file path=ppt/theme/theme1.xml><?xml version="1.0" encoding="utf-8"?>
<a:theme xmlns:a="http://schemas.openxmlformats.org/drawingml/2006/main" name="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42DFBAD3-C25F-4FC8-963A-1F73730D7E5C}"/>
    </a:ext>
  </a:extLst>
</a:theme>
</file>

<file path=ppt/theme/theme2.xml><?xml version="1.0" encoding="utf-8"?>
<a:theme xmlns:a="http://schemas.openxmlformats.org/drawingml/2006/main" name="5-50109_Microsoft_Dark_Template">
  <a:themeElements>
    <a:clrScheme name="Microsoft 2017 Dark">
      <a:dk1>
        <a:srgbClr val="353535"/>
      </a:dk1>
      <a:lt1>
        <a:srgbClr val="FFFFFF"/>
      </a:lt1>
      <a:dk2>
        <a:srgbClr val="D83B01"/>
      </a:dk2>
      <a:lt2>
        <a:srgbClr val="CDF4FF"/>
      </a:lt2>
      <a:accent1>
        <a:srgbClr val="D83B01"/>
      </a:accent1>
      <a:accent2>
        <a:srgbClr val="FF8C00"/>
      </a:accent2>
      <a:accent3>
        <a:srgbClr val="FFB900"/>
      </a:accent3>
      <a:accent4>
        <a:srgbClr val="00BCF2"/>
      </a:accent4>
      <a:accent5>
        <a:srgbClr val="D2D2D2"/>
      </a:accent5>
      <a:accent6>
        <a:srgbClr val="737373"/>
      </a:accent6>
      <a:hlink>
        <a:srgbClr val="00BCF2"/>
      </a:hlink>
      <a:folHlink>
        <a:srgbClr val="00BCF2"/>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2A99AE01-A11F-4F2C-9BCC-4E42F4CE769C}" vid="{7C638A3A-D771-4183-8214-2AFBE384714F}"/>
    </a:ext>
  </a:extLst>
</a:theme>
</file>

<file path=ppt/theme/theme3.xml><?xml version="1.0" encoding="utf-8"?>
<a:theme xmlns:a="http://schemas.openxmlformats.org/drawingml/2006/main" name="5-50002_Ignite_Breakout_Template">
  <a:themeElements>
    <a:clrScheme name="Ignite 2016">
      <a:dk1>
        <a:srgbClr val="505050"/>
      </a:dk1>
      <a:lt1>
        <a:srgbClr val="FFFFFF"/>
      </a:lt1>
      <a:dk2>
        <a:srgbClr val="D83B01"/>
      </a:dk2>
      <a:lt2>
        <a:srgbClr val="F8F8F8"/>
      </a:lt2>
      <a:accent1>
        <a:srgbClr val="D83B01"/>
      </a:accent1>
      <a:accent2>
        <a:srgbClr val="0078D7"/>
      </a:accent2>
      <a:accent3>
        <a:srgbClr val="505050"/>
      </a:accent3>
      <a:accent4>
        <a:srgbClr val="D2D2D2"/>
      </a:accent4>
      <a:accent5>
        <a:srgbClr val="FFB900"/>
      </a:accent5>
      <a:accent6>
        <a:srgbClr val="FF8C00"/>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5439">
                  <a:srgbClr val="F8F8F8"/>
                </a:gs>
                <a:gs pos="10000">
                  <a:srgbClr val="F8F8F8"/>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6_16x9_Template.potx" id="{CBE293B4-E8CE-4773-8118-C9AFF2860326}" vid="{2919AEDD-0101-441B-B6AF-1CDAE3B8CD78}"/>
    </a:ext>
  </a:extLst>
</a:theme>
</file>

<file path=ppt/theme/theme4.xml><?xml version="1.0" encoding="utf-8"?>
<a:theme xmlns:a="http://schemas.openxmlformats.org/drawingml/2006/main" name="1_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4B8F84BF-CF35-4AF1-BAC7-B8DAE64F4EAE}" vid="{CBD897B8-F46D-4D52-9EAA-92EA989EC1D5}"/>
    </a:ext>
  </a:extLst>
</a:theme>
</file>

<file path=ppt/theme/theme5.xml><?xml version="1.0" encoding="utf-8"?>
<a:theme xmlns:a="http://schemas.openxmlformats.org/drawingml/2006/main" name="2_5-50109_Microsoft_Light_Template">
  <a:themeElements>
    <a:clrScheme name="Microsoft_2017_Light">
      <a:dk1>
        <a:srgbClr val="353535"/>
      </a:dk1>
      <a:lt1>
        <a:srgbClr val="FFFFFF"/>
      </a:lt1>
      <a:dk2>
        <a:srgbClr val="D83B01"/>
      </a:dk2>
      <a:lt2>
        <a:srgbClr val="E6E6E6"/>
      </a:lt2>
      <a:accent1>
        <a:srgbClr val="D83B01"/>
      </a:accent1>
      <a:accent2>
        <a:srgbClr val="FF8C00"/>
      </a:accent2>
      <a:accent3>
        <a:srgbClr val="FFB900"/>
      </a:accent3>
      <a:accent4>
        <a:srgbClr val="0078D7"/>
      </a:accent4>
      <a:accent5>
        <a:srgbClr val="737373"/>
      </a:accent5>
      <a:accent6>
        <a:srgbClr val="D2D2D2"/>
      </a:accent6>
      <a:hlink>
        <a:srgbClr val="0078D7"/>
      </a:hlink>
      <a:folHlink>
        <a:srgbClr val="0078D7"/>
      </a:folHlink>
    </a:clrScheme>
    <a:fontScheme name="Segoe UI Light - Segoe UI Semilight">
      <a:majorFont>
        <a:latin typeface="Segoe UI Light"/>
        <a:ea typeface=""/>
        <a:cs typeface=""/>
      </a:majorFont>
      <a:minorFont>
        <a:latin typeface="Segoe UI Semilight"/>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Microsoft_2017_16x9_Template.potx" id="{F7CA4DD3-8A26-4BFE-B361-277536E70685}" vid="{DC517985-AF00-427B-A27C-74FF5728D0B0}"/>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ession_x0020_Code xmlns="04e01bb1-6d80-42e9-ae53-416b1e8aa845">BRK4031</Session_x0020_Code>
    <LikesCount xmlns="http://schemas.microsoft.com/sharepoint/v3" xsi:nil="true"/>
    <_x0062_bc8 xmlns="e889e55c-35cf-43c7-aaf4-cf2500919dd8">
      <UserInfo>
        <DisplayName/>
        <AccountId xsi:nil="true"/>
        <AccountType/>
      </UserInfo>
    </_x0062_bc8>
    <External_x0020_Speaker xmlns="04e01bb1-6d80-42e9-ae53-416b1e8aa845">Chakkaradeep Chandran; Rob Dysell</External_x0020_Speaker>
    <fb4e50409e3b4517bb965b3c7125e153 xmlns="04e01bb1-6d80-42e9-ae53-416b1e8aa845">
      <Terms xmlns="http://schemas.microsoft.com/office/infopath/2007/PartnerControls"/>
    </fb4e50409e3b4517bb965b3c7125e153>
    <MS_x0020_Content_x0020_Owner xmlns="04e01bb1-6d80-42e9-ae53-416b1e8aa845">
      <UserInfo>
        <DisplayName/>
        <AccountId xsi:nil="true"/>
        <AccountType/>
      </UserInfo>
    </MS_x0020_Content_x0020_Owner>
    <l61c8586195b4657a1f710a539f9bc3a xmlns="04e01bb1-6d80-42e9-ae53-416b1e8aa845">
      <Terms xmlns="http://schemas.microsoft.com/office/infopath/2007/PartnerControls">
        <TermInfo xmlns="http://schemas.microsoft.com/office/infopath/2007/PartnerControls">
          <TermName xmlns="http://schemas.microsoft.com/office/infopath/2007/PartnerControls">Orange County Convention Center</TermName>
          <TermId xmlns="http://schemas.microsoft.com/office/infopath/2007/PartnerControls">bd993e89-aa48-4695-84e0-3b53e88b1a79</TermId>
        </TermInfo>
      </Terms>
    </l61c8586195b4657a1f710a539f9bc3a>
    <a645af38eebb4a1ea4744f163c56ea26 xmlns="04e01bb1-6d80-42e9-ae53-416b1e8aa845">
      <Terms xmlns="http://schemas.microsoft.com/office/infopath/2007/PartnerControls"/>
    </a645af38eebb4a1ea4744f163c56ea26>
    <g60601ae6c3e4c409eb6a70077dda16d xmlns="04e01bb1-6d80-42e9-ae53-416b1e8aa845">
      <Terms xmlns="http://schemas.microsoft.com/office/infopath/2007/PartnerControls">
        <TermInfo xmlns="http://schemas.microsoft.com/office/infopath/2007/PartnerControls">
          <TermName xmlns="http://schemas.microsoft.com/office/infopath/2007/PartnerControls">Orlando</TermName>
          <TermId xmlns="http://schemas.microsoft.com/office/infopath/2007/PartnerControls">8cc4ed56-1866-4501-a22c-89aafde6f59b</TermId>
        </TermInfo>
      </Terms>
    </g60601ae6c3e4c409eb6a70077dda16d>
    <e6bd9c8ce3ed4fe68161c78952f36fbc xmlns="04e01bb1-6d80-42e9-ae53-416b1e8aa845">
      <Terms xmlns="http://schemas.microsoft.com/office/infopath/2007/PartnerControls"/>
    </e6bd9c8ce3ed4fe68161c78952f36fbc>
    <MS_x0020_Speaker xmlns="04e01bb1-6d80-42e9-ae53-416b1e8aa845">
      <UserInfo>
        <DisplayName/>
        <AccountId xsi:nil="true"/>
        <AccountType/>
      </UserInfo>
    </MS_x0020_Speaker>
    <Presentation_x0020_Date xmlns="04e01bb1-6d80-42e9-ae53-416b1e8aa845" xsi:nil="true"/>
    <Event_x0020_Start_x0020_Date xmlns="04e01bb1-6d80-42e9-ae53-416b1e8aa845">2017-09-23T04:00:00+00:00</Event_x0020_Start_x0020_Date>
    <TaxKeywordTaxHTField xmlns="230e9df3-be65-4c73-a93b-d1236ebd677e">
      <Terms xmlns="http://schemas.microsoft.com/office/infopath/2007/PartnerControls">
        <TermInfo xmlns="http://schemas.microsoft.com/office/infopath/2007/PartnerControls">
          <TermName xmlns="http://schemas.microsoft.com/office/infopath/2007/PartnerControls">Red Shirt Tour Paris 2018</TermName>
          <TermId xmlns="http://schemas.microsoft.com/office/infopath/2007/PartnerControls">46232af2-38bc-40af-a2d9-159cb99e56b7</TermId>
        </TermInfo>
        <TermInfo xmlns="http://schemas.microsoft.com/office/infopath/2007/PartnerControls">
          <TermName xmlns="http://schemas.microsoft.com/office/infopath/2007/PartnerControls">HOL</TermName>
          <TermId xmlns="http://schemas.microsoft.com/office/infopath/2007/PartnerControls">ef0bbcd3-db1e-4430-bdd8-70bbb1a4018c</TermId>
        </TermInfo>
        <TermInfo xmlns="http://schemas.microsoft.com/office/infopath/2007/PartnerControls">
          <TermName xmlns="http://schemas.microsoft.com/office/infopath/2007/PartnerControls">Graph API</TermName>
          <TermId xmlns="http://schemas.microsoft.com/office/infopath/2007/PartnerControls">84813c54-f333-4e06-9e90-b75fcfc32f80</TermId>
        </TermInfo>
      </Terms>
    </TaxKeywordTaxHTField>
    <e349cd3f156b4e7d8653c9cd4f2d8fb4 xmlns="04e01bb1-6d80-42e9-ae53-416b1e8aa845">
      <Terms xmlns="http://schemas.microsoft.com/office/infopath/2007/PartnerControls">
        <TermInfo xmlns="http://schemas.microsoft.com/office/infopath/2007/PartnerControls">
          <TermName xmlns="http://schemas.microsoft.com/office/infopath/2007/PartnerControls">Ignite 2017</TermName>
          <TermId xmlns="http://schemas.microsoft.com/office/infopath/2007/PartnerControls">9323c522-fe4b-4922-816b-10a1920d7afb</TermId>
        </TermInfo>
      </Terms>
    </e349cd3f156b4e7d8653c9cd4f2d8fb4>
    <TaxCatchAll xmlns="230e9df3-be65-4c73-a93b-d1236ebd677e">
      <Value>55</Value>
      <Value>54</Value>
      <Value>53</Value>
      <Value>16</Value>
    </TaxCatchAll>
    <Event_x0020_End_x0020_Date xmlns="04e01bb1-6d80-42e9-ae53-416b1e8aa845">2017-09-30T04:00:00+00:00</Event_x0020_End_x0020_Date>
    <c2f1b796fca04ddbb48af271e99c8750 xmlns="04e01bb1-6d80-42e9-ae53-416b1e8aa845">
      <Terms xmlns="http://schemas.microsoft.com/office/infopath/2007/PartnerControls"/>
    </c2f1b796fca04ddbb48af271e99c8750>
  </documentManagement>
</p:properties>
</file>

<file path=customXml/item2.xml><?xml version="1.0" encoding="utf-8"?>
<ct:contentTypeSchema xmlns:ct="http://schemas.microsoft.com/office/2006/metadata/contentType" xmlns:ma="http://schemas.microsoft.com/office/2006/metadata/properties/metaAttributes" ct:_="" ma:_="" ma:contentTypeName="PresentationsDoc" ma:contentTypeID="0x010100A584695755FE764EB25B07353E74077C00D779C3CEF1177A4F8B41F96DF87A1F66" ma:contentTypeVersion="27" ma:contentTypeDescription="" ma:contentTypeScope="" ma:versionID="8641f81e7643323f4894ad5cfb9fb0f3">
  <xsd:schema xmlns:xsd="http://www.w3.org/2001/XMLSchema" xmlns:xs="http://www.w3.org/2001/XMLSchema" xmlns:p="http://schemas.microsoft.com/office/2006/metadata/properties" xmlns:ns1="http://schemas.microsoft.com/sharepoint/v3" xmlns:ns2="04e01bb1-6d80-42e9-ae53-416b1e8aa845" xmlns:ns3="230e9df3-be65-4c73-a93b-d1236ebd677e" xmlns:ns5="e889e55c-35cf-43c7-aaf4-cf2500919dd8" targetNamespace="http://schemas.microsoft.com/office/2006/metadata/properties" ma:root="true" ma:fieldsID="cfa393de6d5a52634dd4113eb929c878" ns1:_="" ns2:_="" ns3:_="" ns5:_="">
    <xsd:import namespace="http://schemas.microsoft.com/sharepoint/v3"/>
    <xsd:import namespace="04e01bb1-6d80-42e9-ae53-416b1e8aa845"/>
    <xsd:import namespace="230e9df3-be65-4c73-a93b-d1236ebd677e"/>
    <xsd:import namespace="e889e55c-35cf-43c7-aaf4-cf2500919dd8"/>
    <xsd:element name="properties">
      <xsd:complexType>
        <xsd:sequence>
          <xsd:element name="documentManagement">
            <xsd:complexType>
              <xsd:all>
                <xsd:element ref="ns2:e349cd3f156b4e7d8653c9cd4f2d8fb4" minOccurs="0"/>
                <xsd:element ref="ns3:TaxCatchAll" minOccurs="0"/>
                <xsd:element ref="ns3:TaxCatchAllLabel" minOccurs="0"/>
                <xsd:element ref="ns2:g60601ae6c3e4c409eb6a70077dda16d" minOccurs="0"/>
                <xsd:element ref="ns2:l61c8586195b4657a1f710a539f9bc3a"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e6bd9c8ce3ed4fe68161c78952f36fbc" minOccurs="0"/>
                <xsd:element ref="ns2:c2f1b796fca04ddbb48af271e99c8750" minOccurs="0"/>
                <xsd:element ref="ns2:Session_x0020_Code" minOccurs="0"/>
                <xsd:element ref="ns2:MS_x0020_Content_x0020_Owner" minOccurs="0"/>
                <xsd:element ref="ns2:a645af38eebb4a1ea4744f163c56ea26" minOccurs="0"/>
                <xsd:element ref="ns2:fb4e50409e3b4517bb965b3c7125e153" minOccurs="0"/>
                <xsd:element ref="ns1:AverageRating" minOccurs="0"/>
                <xsd:element ref="ns1:RatingCount" minOccurs="0"/>
                <xsd:element ref="ns1:LikesCount" minOccurs="0"/>
                <xsd:element ref="ns3:TaxKeywordTaxHTField" minOccurs="0"/>
                <xsd:element ref="ns2:SharedWithUsers" minOccurs="0"/>
                <xsd:element ref="ns2:SharedWithDetails" minOccurs="0"/>
                <xsd:element ref="ns5:_x0062_bc8" minOccurs="0"/>
                <xsd:element ref="ns2:LastSharedByUser" minOccurs="0"/>
                <xsd:element ref="ns2:LastSharedByTime" minOccurs="0"/>
                <xsd:element ref="ns5:MediaServiceMetadata" minOccurs="0"/>
                <xsd:element ref="ns5: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1" nillable="true" ma:displayName="Rating (0-5)" ma:decimals="2" ma:description="Average value of all the ratings that have been submitted" ma:internalName="AverageRating" ma:readOnly="true">
      <xsd:simpleType>
        <xsd:restriction base="dms:Number"/>
      </xsd:simpleType>
    </xsd:element>
    <xsd:element name="RatingCount" ma:index="32" nillable="true" ma:displayName="Number of Ratings" ma:decimals="0" ma:description="Number of ratings submitted" ma:internalName="RatingCount" ma:readOnly="true">
      <xsd:simpleType>
        <xsd:restriction base="dms:Number"/>
      </xsd:simpleType>
    </xsd:element>
    <xsd:element name="LikesCount" ma:index="33" nillable="true" ma:displayName="Number of Likes" ma:internalName="LikesCoun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4e01bb1-6d80-42e9-ae53-416b1e8aa845" elementFormDefault="qualified">
    <xsd:import namespace="http://schemas.microsoft.com/office/2006/documentManagement/types"/>
    <xsd:import namespace="http://schemas.microsoft.com/office/infopath/2007/PartnerControls"/>
    <xsd:element name="e349cd3f156b4e7d8653c9cd4f2d8fb4" ma:index="8" nillable="true" ma:taxonomy="true" ma:internalName="e349cd3f156b4e7d8653c9cd4f2d8fb4" ma:taxonomyFieldName="Event_x0020_Name" ma:displayName="Event Name" ma:default="" ma:fieldId="{e349cd3f-156b-4e7d-8653-c9cd4f2d8fb4}"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g60601ae6c3e4c409eb6a70077dda16d" ma:index="12" nillable="true" ma:taxonomy="true" ma:internalName="g60601ae6c3e4c409eb6a70077dda16d" ma:taxonomyFieldName="Event_x0020_Location" ma:displayName="Event Location" ma:default="" ma:fieldId="{060601ae-6c3e-4c40-9eb6-a70077dda16d}"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l61c8586195b4657a1f710a539f9bc3a" ma:index="14" nillable="true" ma:taxonomy="true" ma:internalName="l61c8586195b4657a1f710a539f9bc3a" ma:taxonomyFieldName="Event_x0020_Venue" ma:displayName="Event Venue" ma:default="" ma:fieldId="{561c8586-195b-4657-a1f7-10a539f9bc3a}"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e6bd9c8ce3ed4fe68161c78952f36fbc" ma:index="21" nillable="true" ma:taxonomy="true" ma:internalName="e6bd9c8ce3ed4fe68161c78952f36fbc" ma:taxonomyFieldName="Product" ma:displayName="Product" ma:default="" ma:fieldId="{e6bd9c8c-e3ed-4fe6-8161-c78952f36fbc}"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c2f1b796fca04ddbb48af271e99c8750" ma:index="23" nillable="true" ma:taxonomy="true" ma:internalName="c2f1b796fca04ddbb48af271e99c8750" ma:taxonomyFieldName="Campaign" ma:displayName="Campaign" ma:default="" ma:fieldId="{c2f1b796-fca0-4ddb-b48a-f271e99c8750}" ma:taxonomyMulti="true"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645af38eebb4a1ea4744f163c56ea26" ma:index="27" nillable="true" ma:taxonomy="true" ma:internalName="a645af38eebb4a1ea4744f163c56ea26" ma:taxonomyFieldName="Track" ma:displayName="Track" ma:default="" ma:fieldId="{a645af38-eebb-4a1e-a474-4f163c56ea26}" ma:sspId="e385fb40-52d4-4fae-9c5b-3e8ff8a5878e" ma:termSetId="c41d04fa-0c93-454c-bbda-19a0dbc9ce57" ma:anchorId="00000000-0000-0000-0000-000000000000" ma:open="true" ma:isKeyword="false">
      <xsd:complexType>
        <xsd:sequence>
          <xsd:element ref="pc:Terms" minOccurs="0" maxOccurs="1"/>
        </xsd:sequence>
      </xsd:complexType>
    </xsd:element>
    <xsd:element name="fb4e50409e3b4517bb965b3c7125e153" ma:index="29" nillable="true" ma:taxonomy="true" ma:internalName="fb4e50409e3b4517bb965b3c7125e153" ma:taxonomyFieldName="Audience1" ma:displayName="Audience" ma:default="" ma:fieldId="{fb4e5040-9e3b-4517-bb96-5b3c7125e153}" ma:taxonomyMulti="true"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7"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8" nillable="true" ma:displayName="Shared With Details" ma:description="" ma:internalName="SharedWithDetails" ma:readOnly="true">
      <xsd:simpleType>
        <xsd:restriction base="dms:Note">
          <xsd:maxLength value="255"/>
        </xsd:restriction>
      </xsd:simpleType>
    </xsd:element>
    <xsd:element name="LastSharedByUser" ma:index="40" nillable="true" ma:displayName="Last Shared By User" ma:description="" ma:hidden="true" ma:internalName="LastSharedByUser" ma:readOnly="true">
      <xsd:simpleType>
        <xsd:restriction base="dms:Note"/>
      </xsd:simpleType>
    </xsd:element>
    <xsd:element name="LastSharedByTime" ma:index="41" nillable="true" ma:displayName="Last Shared By Time"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8508df36-a784-4474-b4a6-3a99ee8c8b37}" ma:internalName="TaxCatchAll" ma:showField="CatchAllData" ma:web="04e01bb1-6d80-42e9-ae53-416b1e8aa845">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8508df36-a784-4474-b4a6-3a99ee8c8b37}" ma:internalName="TaxCatchAllLabel" ma:readOnly="true" ma:showField="CatchAllDataLabel" ma:web="04e01bb1-6d80-42e9-ae53-416b1e8aa845">
      <xsd:complexType>
        <xsd:complexContent>
          <xsd:extension base="dms:MultiChoiceLookup">
            <xsd:sequence>
              <xsd:element name="Value" type="dms:Lookup" maxOccurs="unbounded" minOccurs="0" nillable="true"/>
            </xsd:sequence>
          </xsd:extension>
        </xsd:complexContent>
      </xsd:complexType>
    </xsd:element>
    <xsd:element name="TaxKeywordTaxHTField" ma:index="35"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e889e55c-35cf-43c7-aaf4-cf2500919dd8" elementFormDefault="qualified">
    <xsd:import namespace="http://schemas.microsoft.com/office/2006/documentManagement/types"/>
    <xsd:import namespace="http://schemas.microsoft.com/office/infopath/2007/PartnerControls"/>
    <xsd:element name="_x0062_bc8" ma:index="39" nillable="true" ma:displayName="Person or Group" ma:list="UserInfo" ma:internalName="_x0062_bc8">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42" nillable="true" ma:displayName="MediaServiceMetadata" ma:description="" ma:hidden="true" ma:internalName="MediaServiceMetadata" ma:readOnly="true">
      <xsd:simpleType>
        <xsd:restriction base="dms:Note"/>
      </xsd:simpleType>
    </xsd:element>
    <xsd:element name="MediaServiceFastMetadata" ma:index="43"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4"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e889e55c-35cf-43c7-aaf4-cf2500919dd8"/>
    <ds:schemaRef ds:uri="http://schemas.microsoft.com/office/2006/documentManagement/types"/>
    <ds:schemaRef ds:uri="http://purl.org/dc/elements/1.1/"/>
    <ds:schemaRef ds:uri="http://schemas.microsoft.com/office/2006/metadata/properties"/>
    <ds:schemaRef ds:uri="http://schemas.microsoft.com/sharepoint/v3"/>
    <ds:schemaRef ds:uri="http://purl.org/dc/terms/"/>
    <ds:schemaRef ds:uri="http://schemas.microsoft.com/office/infopath/2007/PartnerControls"/>
    <ds:schemaRef ds:uri="http://schemas.openxmlformats.org/package/2006/metadata/core-properties"/>
    <ds:schemaRef ds:uri="http://purl.org/dc/dcmitype/"/>
    <ds:schemaRef ds:uri="230e9df3-be65-4c73-a93b-d1236ebd677e"/>
    <ds:schemaRef ds:uri="04e01bb1-6d80-42e9-ae53-416b1e8aa845"/>
    <ds:schemaRef ds:uri="http://www.w3.org/XML/1998/namespace"/>
  </ds:schemaRefs>
</ds:datastoreItem>
</file>

<file path=customXml/itemProps2.xml><?xml version="1.0" encoding="utf-8"?>
<ds:datastoreItem xmlns:ds="http://schemas.openxmlformats.org/officeDocument/2006/customXml" ds:itemID="{532F11E6-5A70-45F1-A1F4-684775A6869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4e01bb1-6d80-42e9-ae53-416b1e8aa845"/>
    <ds:schemaRef ds:uri="230e9df3-be65-4c73-a93b-d1236ebd677e"/>
    <ds:schemaRef ds:uri="e889e55c-35cf-43c7-aaf4-cf2500919d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Microsoft_2017_16x9_Template</Template>
  <TotalTime>0</TotalTime>
  <Words>728</Words>
  <Application>Microsoft Office PowerPoint</Application>
  <PresentationFormat>Personnalisé</PresentationFormat>
  <Paragraphs>119</Paragraphs>
  <Slides>12</Slides>
  <Notes>12</Notes>
  <HiddenSlides>0</HiddenSlides>
  <MMClips>0</MMClips>
  <ScaleCrop>false</ScaleCrop>
  <HeadingPairs>
    <vt:vector size="6" baseType="variant">
      <vt:variant>
        <vt:lpstr>Polices utilisées</vt:lpstr>
      </vt:variant>
      <vt:variant>
        <vt:i4>8</vt:i4>
      </vt:variant>
      <vt:variant>
        <vt:lpstr>Thème</vt:lpstr>
      </vt:variant>
      <vt:variant>
        <vt:i4>5</vt:i4>
      </vt:variant>
      <vt:variant>
        <vt:lpstr>Titres des diapositives</vt:lpstr>
      </vt:variant>
      <vt:variant>
        <vt:i4>12</vt:i4>
      </vt:variant>
    </vt:vector>
  </HeadingPairs>
  <TitlesOfParts>
    <vt:vector size="25" baseType="lpstr">
      <vt:lpstr>Yu Gothic UI Semibold</vt:lpstr>
      <vt:lpstr>Arial</vt:lpstr>
      <vt:lpstr>Consolas</vt:lpstr>
      <vt:lpstr>Courier New</vt:lpstr>
      <vt:lpstr>Segoe UI</vt:lpstr>
      <vt:lpstr>Segoe UI Light</vt:lpstr>
      <vt:lpstr>Segoe UI Semilight</vt:lpstr>
      <vt:lpstr>Wingdings</vt:lpstr>
      <vt:lpstr>5-50109_Microsoft_Light_Template</vt:lpstr>
      <vt:lpstr>5-50109_Microsoft_Dark_Template</vt:lpstr>
      <vt:lpstr>5-50002_Ignite_Breakout_Template</vt:lpstr>
      <vt:lpstr>1_5-50109_Microsoft_Light_Template</vt:lpstr>
      <vt:lpstr>2_5-50109_Microsoft_Light_Template</vt:lpstr>
      <vt:lpstr>Use #BRK4031 throughout the session…</vt:lpstr>
      <vt:lpstr>Objectifs du Hand On Lab</vt:lpstr>
      <vt:lpstr>Qu’est ce que MS Graph API?</vt:lpstr>
      <vt:lpstr>Demo: Package and Deploy</vt:lpstr>
      <vt:lpstr>Pour</vt:lpstr>
      <vt:lpstr>A savoir</vt:lpstr>
      <vt:lpstr>Etendues d’autorisation</vt:lpstr>
      <vt:lpstr>Tester les requêtes</vt:lpstr>
      <vt:lpstr>Authentification et Tokens</vt:lpstr>
      <vt:lpstr>Mise en pratique</vt:lpstr>
      <vt:lpstr>Exercices</vt:lpstr>
      <vt:lpstr>Please evaluate  this session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modern SharePoint experience: Best practices from Microsoft for developing with SPFx</dc:title>
  <dc:subject>&lt;Speech title here&gt;</dc:subject>
  <dc:creator>Sebastien PAULET</dc:creator>
  <cp:keywords>Red Shirt Tour Paris 2018;HOL;Graph API</cp:keywords>
  <dc:description>Template: Mitchell Derrey, Silver Fox Productions_x000d_
Formatting: _x000d_
Audience Type:</dc:description>
  <cp:lastModifiedBy>Sébastien PAULET</cp:lastModifiedBy>
  <cp:revision>85</cp:revision>
  <dcterms:created xsi:type="dcterms:W3CDTF">2017-09-13T23:31:19Z</dcterms:created>
  <dcterms:modified xsi:type="dcterms:W3CDTF">2018-01-20T21:29:20Z</dcterms:modified>
  <cp:category>Microsoft Ignite 2017</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0x010100A584695755FE764EB25B07353E74077C00D779C3CEF1177A4F8B41F96DF87A1F66</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55;#Orange County Convention Center|bd993e89-aa48-4695-84e0-3b53e88b1a79</vt:lpwstr>
  </property>
  <property fmtid="{D5CDD505-2E9C-101B-9397-08002B2CF9AE}" pid="7" name="Track">
    <vt:lpwstr/>
  </property>
  <property fmtid="{D5CDD505-2E9C-101B-9397-08002B2CF9AE}" pid="8" name="Event Location">
    <vt:lpwstr>54;#Orlando|8cc4ed56-1866-4501-a22c-89aafde6f59b</vt:lpwstr>
  </property>
  <property fmtid="{D5CDD505-2E9C-101B-9397-08002B2CF9AE}" pid="9" name="Campaign">
    <vt:lpwstr/>
  </property>
  <property fmtid="{D5CDD505-2E9C-101B-9397-08002B2CF9AE}" pid="10" name="IsMyDocuments">
    <vt:bool>true</vt:bool>
  </property>
  <property fmtid="{D5CDD505-2E9C-101B-9397-08002B2CF9AE}" pid="11" name="TaxKeyword">
    <vt:lpwstr>53;#Microsoft Ignite 2017|21d30605-03f6-4b08-a63a-5a553eb19f84</vt:lpwstr>
  </property>
  <property fmtid="{D5CDD505-2E9C-101B-9397-08002B2CF9AE}" pid="12" name="Audience1">
    <vt:lpwstr/>
  </property>
  <property fmtid="{D5CDD505-2E9C-101B-9397-08002B2CF9AE}" pid="13" name="Event Name">
    <vt:lpwstr>16;#Microsoft Ignite|9323c522-fe4b-4922-816b-10a1920d7afb</vt:lpwstr>
  </property>
  <property fmtid="{D5CDD505-2E9C-101B-9397-08002B2CF9AE}" pid="14" name="MSIP_Label_f42aa342-8706-4288-bd11-ebb85995028c_Enabled">
    <vt:lpwstr>True</vt:lpwstr>
  </property>
  <property fmtid="{D5CDD505-2E9C-101B-9397-08002B2CF9AE}" pid="15" name="MSIP_Label_f42aa342-8706-4288-bd11-ebb85995028c_SiteId">
    <vt:lpwstr>72f988bf-86f1-41af-91ab-2d7cd011db47</vt:lpwstr>
  </property>
  <property fmtid="{D5CDD505-2E9C-101B-9397-08002B2CF9AE}" pid="16" name="MSIP_Label_f42aa342-8706-4288-bd11-ebb85995028c_Ref">
    <vt:lpwstr>https://api.informationprotection.azure.com/api/72f988bf-86f1-41af-91ab-2d7cd011db47</vt:lpwstr>
  </property>
  <property fmtid="{D5CDD505-2E9C-101B-9397-08002B2CF9AE}" pid="17" name="MSIP_Label_f42aa342-8706-4288-bd11-ebb85995028c_Owner">
    <vt:lpwstr>chaksc@microsoft.com</vt:lpwstr>
  </property>
  <property fmtid="{D5CDD505-2E9C-101B-9397-08002B2CF9AE}" pid="18" name="MSIP_Label_f42aa342-8706-4288-bd11-ebb85995028c_SetDate">
    <vt:lpwstr>2017-09-22T13:14:15.9671941-07:00</vt:lpwstr>
  </property>
  <property fmtid="{D5CDD505-2E9C-101B-9397-08002B2CF9AE}" pid="19" name="MSIP_Label_f42aa342-8706-4288-bd11-ebb85995028c_Name">
    <vt:lpwstr>General</vt:lpwstr>
  </property>
  <property fmtid="{D5CDD505-2E9C-101B-9397-08002B2CF9AE}" pid="20" name="MSIP_Label_f42aa342-8706-4288-bd11-ebb85995028c_Application">
    <vt:lpwstr>Microsoft Azure Information Protection</vt:lpwstr>
  </property>
  <property fmtid="{D5CDD505-2E9C-101B-9397-08002B2CF9AE}" pid="21" name="MSIP_Label_f42aa342-8706-4288-bd11-ebb85995028c_Extended_MSFT_Method">
    <vt:lpwstr>Automatic</vt:lpwstr>
  </property>
  <property fmtid="{D5CDD505-2E9C-101B-9397-08002B2CF9AE}" pid="22" name="Sensitivity">
    <vt:lpwstr>General</vt:lpwstr>
  </property>
</Properties>
</file>